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41830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6AA83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41830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6AA83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41830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41830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807630" y="8308333"/>
            <a:ext cx="2480945" cy="1978660"/>
          </a:xfrm>
          <a:custGeom>
            <a:avLst/>
            <a:gdLst/>
            <a:ahLst/>
            <a:cxnLst/>
            <a:rect l="l" t="t" r="r" b="b"/>
            <a:pathLst>
              <a:path w="2480944" h="1978659">
                <a:moveTo>
                  <a:pt x="2480369" y="0"/>
                </a:moveTo>
                <a:lnTo>
                  <a:pt x="2416977" y="1470"/>
                </a:lnTo>
                <a:lnTo>
                  <a:pt x="2368877" y="3680"/>
                </a:lnTo>
                <a:lnTo>
                  <a:pt x="2321011" y="6761"/>
                </a:lnTo>
                <a:lnTo>
                  <a:pt x="2273385" y="10705"/>
                </a:lnTo>
                <a:lnTo>
                  <a:pt x="2226007" y="15503"/>
                </a:lnTo>
                <a:lnTo>
                  <a:pt x="2178885" y="21149"/>
                </a:lnTo>
                <a:lnTo>
                  <a:pt x="2132027" y="27635"/>
                </a:lnTo>
                <a:lnTo>
                  <a:pt x="2085441" y="34952"/>
                </a:lnTo>
                <a:lnTo>
                  <a:pt x="2039135" y="43093"/>
                </a:lnTo>
                <a:lnTo>
                  <a:pt x="1993116" y="52050"/>
                </a:lnTo>
                <a:lnTo>
                  <a:pt x="1947392" y="61815"/>
                </a:lnTo>
                <a:lnTo>
                  <a:pt x="1901971" y="72381"/>
                </a:lnTo>
                <a:lnTo>
                  <a:pt x="1856860" y="83740"/>
                </a:lnTo>
                <a:lnTo>
                  <a:pt x="1812069" y="95884"/>
                </a:lnTo>
                <a:lnTo>
                  <a:pt x="1767603" y="108804"/>
                </a:lnTo>
                <a:lnTo>
                  <a:pt x="1723472" y="122495"/>
                </a:lnTo>
                <a:lnTo>
                  <a:pt x="1679683" y="136946"/>
                </a:lnTo>
                <a:lnTo>
                  <a:pt x="1636244" y="152152"/>
                </a:lnTo>
                <a:lnTo>
                  <a:pt x="1593162" y="168104"/>
                </a:lnTo>
                <a:lnTo>
                  <a:pt x="1550445" y="184794"/>
                </a:lnTo>
                <a:lnTo>
                  <a:pt x="1508102" y="202214"/>
                </a:lnTo>
                <a:lnTo>
                  <a:pt x="1466140" y="220357"/>
                </a:lnTo>
                <a:lnTo>
                  <a:pt x="1424567" y="239215"/>
                </a:lnTo>
                <a:lnTo>
                  <a:pt x="1383391" y="258780"/>
                </a:lnTo>
                <a:lnTo>
                  <a:pt x="1342619" y="279044"/>
                </a:lnTo>
                <a:lnTo>
                  <a:pt x="1302259" y="300000"/>
                </a:lnTo>
                <a:lnTo>
                  <a:pt x="1262319" y="321639"/>
                </a:lnTo>
                <a:lnTo>
                  <a:pt x="1222807" y="343954"/>
                </a:lnTo>
                <a:lnTo>
                  <a:pt x="1183731" y="366938"/>
                </a:lnTo>
                <a:lnTo>
                  <a:pt x="1145098" y="390582"/>
                </a:lnTo>
                <a:lnTo>
                  <a:pt x="1106917" y="414879"/>
                </a:lnTo>
                <a:lnTo>
                  <a:pt x="1069195" y="439820"/>
                </a:lnTo>
                <a:lnTo>
                  <a:pt x="1031939" y="465398"/>
                </a:lnTo>
                <a:lnTo>
                  <a:pt x="995159" y="491606"/>
                </a:lnTo>
                <a:lnTo>
                  <a:pt x="958861" y="518435"/>
                </a:lnTo>
                <a:lnTo>
                  <a:pt x="923053" y="545877"/>
                </a:lnTo>
                <a:lnTo>
                  <a:pt x="887744" y="573926"/>
                </a:lnTo>
                <a:lnTo>
                  <a:pt x="852940" y="602572"/>
                </a:lnTo>
                <a:lnTo>
                  <a:pt x="818650" y="631809"/>
                </a:lnTo>
                <a:lnTo>
                  <a:pt x="784882" y="661629"/>
                </a:lnTo>
                <a:lnTo>
                  <a:pt x="751643" y="692023"/>
                </a:lnTo>
                <a:lnTo>
                  <a:pt x="718941" y="722984"/>
                </a:lnTo>
                <a:lnTo>
                  <a:pt x="686785" y="754504"/>
                </a:lnTo>
                <a:lnTo>
                  <a:pt x="655181" y="786575"/>
                </a:lnTo>
                <a:lnTo>
                  <a:pt x="624138" y="819190"/>
                </a:lnTo>
                <a:lnTo>
                  <a:pt x="593663" y="852341"/>
                </a:lnTo>
                <a:lnTo>
                  <a:pt x="563764" y="886020"/>
                </a:lnTo>
                <a:lnTo>
                  <a:pt x="534450" y="920219"/>
                </a:lnTo>
                <a:lnTo>
                  <a:pt x="505727" y="954931"/>
                </a:lnTo>
                <a:lnTo>
                  <a:pt x="477604" y="990147"/>
                </a:lnTo>
                <a:lnTo>
                  <a:pt x="450089" y="1025860"/>
                </a:lnTo>
                <a:lnTo>
                  <a:pt x="423188" y="1062062"/>
                </a:lnTo>
                <a:lnTo>
                  <a:pt x="396911" y="1098745"/>
                </a:lnTo>
                <a:lnTo>
                  <a:pt x="371265" y="1135902"/>
                </a:lnTo>
                <a:lnTo>
                  <a:pt x="346257" y="1173524"/>
                </a:lnTo>
                <a:lnTo>
                  <a:pt x="321896" y="1211605"/>
                </a:lnTo>
                <a:lnTo>
                  <a:pt x="298189" y="1250135"/>
                </a:lnTo>
                <a:lnTo>
                  <a:pt x="275145" y="1289108"/>
                </a:lnTo>
                <a:lnTo>
                  <a:pt x="252770" y="1328516"/>
                </a:lnTo>
                <a:lnTo>
                  <a:pt x="231073" y="1368350"/>
                </a:lnTo>
                <a:lnTo>
                  <a:pt x="210061" y="1408603"/>
                </a:lnTo>
                <a:lnTo>
                  <a:pt x="189743" y="1449267"/>
                </a:lnTo>
                <a:lnTo>
                  <a:pt x="170126" y="1490335"/>
                </a:lnTo>
                <a:lnTo>
                  <a:pt x="151218" y="1531799"/>
                </a:lnTo>
                <a:lnTo>
                  <a:pt x="133027" y="1573650"/>
                </a:lnTo>
                <a:lnTo>
                  <a:pt x="115560" y="1615881"/>
                </a:lnTo>
                <a:lnTo>
                  <a:pt x="98826" y="1658485"/>
                </a:lnTo>
                <a:lnTo>
                  <a:pt x="82832" y="1701453"/>
                </a:lnTo>
                <a:lnTo>
                  <a:pt x="67586" y="1744778"/>
                </a:lnTo>
                <a:lnTo>
                  <a:pt x="53096" y="1788451"/>
                </a:lnTo>
                <a:lnTo>
                  <a:pt x="39369" y="1832466"/>
                </a:lnTo>
                <a:lnTo>
                  <a:pt x="26414" y="1876814"/>
                </a:lnTo>
                <a:lnTo>
                  <a:pt x="14238" y="1921488"/>
                </a:lnTo>
                <a:lnTo>
                  <a:pt x="2849" y="1966479"/>
                </a:lnTo>
                <a:lnTo>
                  <a:pt x="0" y="1978664"/>
                </a:lnTo>
                <a:lnTo>
                  <a:pt x="2480369" y="1978664"/>
                </a:lnTo>
                <a:lnTo>
                  <a:pt x="2480369" y="0"/>
                </a:lnTo>
                <a:close/>
              </a:path>
            </a:pathLst>
          </a:custGeom>
          <a:solidFill>
            <a:srgbClr val="6AA8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2747010" cy="2653030"/>
          </a:xfrm>
          <a:custGeom>
            <a:avLst/>
            <a:gdLst/>
            <a:ahLst/>
            <a:cxnLst/>
            <a:rect l="l" t="t" r="r" b="b"/>
            <a:pathLst>
              <a:path w="2747010" h="2653030">
                <a:moveTo>
                  <a:pt x="0" y="2653011"/>
                </a:moveTo>
                <a:lnTo>
                  <a:pt x="0" y="0"/>
                </a:lnTo>
                <a:lnTo>
                  <a:pt x="2746696" y="0"/>
                </a:lnTo>
                <a:lnTo>
                  <a:pt x="2742105" y="23753"/>
                </a:lnTo>
                <a:lnTo>
                  <a:pt x="2732636" y="69308"/>
                </a:lnTo>
                <a:lnTo>
                  <a:pt x="2722548" y="114634"/>
                </a:lnTo>
                <a:lnTo>
                  <a:pt x="2711849" y="159725"/>
                </a:lnTo>
                <a:lnTo>
                  <a:pt x="2700541" y="204577"/>
                </a:lnTo>
                <a:lnTo>
                  <a:pt x="2688629" y="249185"/>
                </a:lnTo>
                <a:lnTo>
                  <a:pt x="2676119" y="293544"/>
                </a:lnTo>
                <a:lnTo>
                  <a:pt x="2663015" y="337650"/>
                </a:lnTo>
                <a:lnTo>
                  <a:pt x="2649320" y="381498"/>
                </a:lnTo>
                <a:lnTo>
                  <a:pt x="2635041" y="425084"/>
                </a:lnTo>
                <a:lnTo>
                  <a:pt x="2620182" y="468403"/>
                </a:lnTo>
                <a:lnTo>
                  <a:pt x="2604747" y="511450"/>
                </a:lnTo>
                <a:lnTo>
                  <a:pt x="2588740" y="554221"/>
                </a:lnTo>
                <a:lnTo>
                  <a:pt x="2572167" y="596711"/>
                </a:lnTo>
                <a:lnTo>
                  <a:pt x="2555032" y="638916"/>
                </a:lnTo>
                <a:lnTo>
                  <a:pt x="2537340" y="680830"/>
                </a:lnTo>
                <a:lnTo>
                  <a:pt x="2519095" y="722450"/>
                </a:lnTo>
                <a:lnTo>
                  <a:pt x="2500302" y="763770"/>
                </a:lnTo>
                <a:lnTo>
                  <a:pt x="2480966" y="804786"/>
                </a:lnTo>
                <a:lnTo>
                  <a:pt x="2461090" y="845493"/>
                </a:lnTo>
                <a:lnTo>
                  <a:pt x="2440681" y="885887"/>
                </a:lnTo>
                <a:lnTo>
                  <a:pt x="2419742" y="925963"/>
                </a:lnTo>
                <a:lnTo>
                  <a:pt x="2398277" y="965717"/>
                </a:lnTo>
                <a:lnTo>
                  <a:pt x="2376293" y="1005144"/>
                </a:lnTo>
                <a:lnTo>
                  <a:pt x="2353793" y="1044238"/>
                </a:lnTo>
                <a:lnTo>
                  <a:pt x="2330781" y="1082997"/>
                </a:lnTo>
                <a:lnTo>
                  <a:pt x="2307263" y="1121414"/>
                </a:lnTo>
                <a:lnTo>
                  <a:pt x="2283243" y="1159485"/>
                </a:lnTo>
                <a:lnTo>
                  <a:pt x="2258726" y="1197207"/>
                </a:lnTo>
                <a:lnTo>
                  <a:pt x="2233716" y="1234573"/>
                </a:lnTo>
                <a:lnTo>
                  <a:pt x="2208218" y="1271580"/>
                </a:lnTo>
                <a:lnTo>
                  <a:pt x="2182237" y="1308222"/>
                </a:lnTo>
                <a:lnTo>
                  <a:pt x="2155777" y="1344496"/>
                </a:lnTo>
                <a:lnTo>
                  <a:pt x="2128842" y="1380396"/>
                </a:lnTo>
                <a:lnTo>
                  <a:pt x="2101438" y="1415919"/>
                </a:lnTo>
                <a:lnTo>
                  <a:pt x="2073569" y="1451058"/>
                </a:lnTo>
                <a:lnTo>
                  <a:pt x="2045240" y="1485811"/>
                </a:lnTo>
                <a:lnTo>
                  <a:pt x="2016455" y="1520171"/>
                </a:lnTo>
                <a:lnTo>
                  <a:pt x="1987218" y="1554135"/>
                </a:lnTo>
                <a:lnTo>
                  <a:pt x="1957535" y="1587697"/>
                </a:lnTo>
                <a:lnTo>
                  <a:pt x="1927411" y="1620854"/>
                </a:lnTo>
                <a:lnTo>
                  <a:pt x="1896849" y="1653601"/>
                </a:lnTo>
                <a:lnTo>
                  <a:pt x="1865854" y="1685932"/>
                </a:lnTo>
                <a:lnTo>
                  <a:pt x="1834431" y="1717844"/>
                </a:lnTo>
                <a:lnTo>
                  <a:pt x="1802585" y="1749331"/>
                </a:lnTo>
                <a:lnTo>
                  <a:pt x="1770320" y="1780389"/>
                </a:lnTo>
                <a:lnTo>
                  <a:pt x="1737641" y="1811014"/>
                </a:lnTo>
                <a:lnTo>
                  <a:pt x="1704552" y="1841201"/>
                </a:lnTo>
                <a:lnTo>
                  <a:pt x="1671059" y="1870945"/>
                </a:lnTo>
                <a:lnTo>
                  <a:pt x="1637165" y="1900241"/>
                </a:lnTo>
                <a:lnTo>
                  <a:pt x="1602875" y="1929085"/>
                </a:lnTo>
                <a:lnTo>
                  <a:pt x="1568194" y="1957473"/>
                </a:lnTo>
                <a:lnTo>
                  <a:pt x="1533126" y="1985399"/>
                </a:lnTo>
                <a:lnTo>
                  <a:pt x="1497677" y="2012860"/>
                </a:lnTo>
                <a:lnTo>
                  <a:pt x="1461850" y="2039850"/>
                </a:lnTo>
                <a:lnTo>
                  <a:pt x="1425651" y="2066364"/>
                </a:lnTo>
                <a:lnTo>
                  <a:pt x="1389084" y="2092399"/>
                </a:lnTo>
                <a:lnTo>
                  <a:pt x="1352153" y="2117949"/>
                </a:lnTo>
                <a:lnTo>
                  <a:pt x="1314864" y="2143011"/>
                </a:lnTo>
                <a:lnTo>
                  <a:pt x="1277220" y="2167578"/>
                </a:lnTo>
                <a:lnTo>
                  <a:pt x="1239227" y="2191648"/>
                </a:lnTo>
                <a:lnTo>
                  <a:pt x="1200888" y="2215214"/>
                </a:lnTo>
                <a:lnTo>
                  <a:pt x="1162210" y="2238273"/>
                </a:lnTo>
                <a:lnTo>
                  <a:pt x="1123195" y="2260819"/>
                </a:lnTo>
                <a:lnTo>
                  <a:pt x="1083850" y="2282849"/>
                </a:lnTo>
                <a:lnTo>
                  <a:pt x="1044178" y="2304357"/>
                </a:lnTo>
                <a:lnTo>
                  <a:pt x="1004184" y="2325339"/>
                </a:lnTo>
                <a:lnTo>
                  <a:pt x="963873" y="2345791"/>
                </a:lnTo>
                <a:lnTo>
                  <a:pt x="923249" y="2365707"/>
                </a:lnTo>
                <a:lnTo>
                  <a:pt x="882318" y="2385083"/>
                </a:lnTo>
                <a:lnTo>
                  <a:pt x="841083" y="2403915"/>
                </a:lnTo>
                <a:lnTo>
                  <a:pt x="799549" y="2422197"/>
                </a:lnTo>
                <a:lnTo>
                  <a:pt x="757720" y="2439926"/>
                </a:lnTo>
                <a:lnTo>
                  <a:pt x="715603" y="2457096"/>
                </a:lnTo>
                <a:lnTo>
                  <a:pt x="673200" y="2473703"/>
                </a:lnTo>
                <a:lnTo>
                  <a:pt x="630517" y="2489742"/>
                </a:lnTo>
                <a:lnTo>
                  <a:pt x="587559" y="2505209"/>
                </a:lnTo>
                <a:lnTo>
                  <a:pt x="544329" y="2520099"/>
                </a:lnTo>
                <a:lnTo>
                  <a:pt x="500833" y="2534408"/>
                </a:lnTo>
                <a:lnTo>
                  <a:pt x="457074" y="2548130"/>
                </a:lnTo>
                <a:lnTo>
                  <a:pt x="413059" y="2561261"/>
                </a:lnTo>
                <a:lnTo>
                  <a:pt x="368791" y="2573797"/>
                </a:lnTo>
                <a:lnTo>
                  <a:pt x="324275" y="2585733"/>
                </a:lnTo>
                <a:lnTo>
                  <a:pt x="279516" y="2597064"/>
                </a:lnTo>
                <a:lnTo>
                  <a:pt x="234518" y="2607786"/>
                </a:lnTo>
                <a:lnTo>
                  <a:pt x="189285" y="2617894"/>
                </a:lnTo>
                <a:lnTo>
                  <a:pt x="143823" y="2627383"/>
                </a:lnTo>
                <a:lnTo>
                  <a:pt x="98137" y="2636249"/>
                </a:lnTo>
                <a:lnTo>
                  <a:pt x="52229" y="2644487"/>
                </a:lnTo>
                <a:lnTo>
                  <a:pt x="6107" y="2652093"/>
                </a:lnTo>
                <a:lnTo>
                  <a:pt x="0" y="2653011"/>
                </a:lnTo>
                <a:close/>
              </a:path>
            </a:pathLst>
          </a:custGeom>
          <a:solidFill>
            <a:srgbClr val="6AA8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6235123" y="0"/>
            <a:ext cx="2052955" cy="1024890"/>
          </a:xfrm>
          <a:custGeom>
            <a:avLst/>
            <a:gdLst/>
            <a:ahLst/>
            <a:cxnLst/>
            <a:rect l="l" t="t" r="r" b="b"/>
            <a:pathLst>
              <a:path w="2052955" h="1024890">
                <a:moveTo>
                  <a:pt x="2052874" y="0"/>
                </a:moveTo>
                <a:lnTo>
                  <a:pt x="0" y="0"/>
                </a:lnTo>
                <a:lnTo>
                  <a:pt x="0" y="1024514"/>
                </a:lnTo>
                <a:lnTo>
                  <a:pt x="2052874" y="1024516"/>
                </a:lnTo>
                <a:lnTo>
                  <a:pt x="2052874" y="0"/>
                </a:lnTo>
                <a:close/>
              </a:path>
            </a:pathLst>
          </a:custGeom>
          <a:solidFill>
            <a:srgbClr val="6AA8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4096162" y="9267685"/>
            <a:ext cx="3544570" cy="1019810"/>
          </a:xfrm>
          <a:custGeom>
            <a:avLst/>
            <a:gdLst/>
            <a:ahLst/>
            <a:cxnLst/>
            <a:rect l="l" t="t" r="r" b="b"/>
            <a:pathLst>
              <a:path w="3544569" h="1019809">
                <a:moveTo>
                  <a:pt x="129527" y="1019314"/>
                </a:moveTo>
                <a:lnTo>
                  <a:pt x="49580" y="939355"/>
                </a:lnTo>
                <a:lnTo>
                  <a:pt x="32054" y="966698"/>
                </a:lnTo>
                <a:lnTo>
                  <a:pt x="15138" y="994003"/>
                </a:lnTo>
                <a:lnTo>
                  <a:pt x="0" y="1019314"/>
                </a:lnTo>
                <a:lnTo>
                  <a:pt x="129527" y="1019314"/>
                </a:lnTo>
                <a:close/>
              </a:path>
              <a:path w="3544569" h="1019809">
                <a:moveTo>
                  <a:pt x="480898" y="1019314"/>
                </a:moveTo>
                <a:lnTo>
                  <a:pt x="198374" y="736777"/>
                </a:lnTo>
                <a:lnTo>
                  <a:pt x="139827" y="810285"/>
                </a:lnTo>
                <a:lnTo>
                  <a:pt x="120802" y="834898"/>
                </a:lnTo>
                <a:lnTo>
                  <a:pt x="305219" y="1019314"/>
                </a:lnTo>
                <a:lnTo>
                  <a:pt x="480898" y="1019314"/>
                </a:lnTo>
                <a:close/>
              </a:path>
              <a:path w="3544569" h="1019809">
                <a:moveTo>
                  <a:pt x="830707" y="1019314"/>
                </a:moveTo>
                <a:lnTo>
                  <a:pt x="367779" y="556361"/>
                </a:lnTo>
                <a:lnTo>
                  <a:pt x="323456" y="598982"/>
                </a:lnTo>
                <a:lnTo>
                  <a:pt x="280708" y="643293"/>
                </a:lnTo>
                <a:lnTo>
                  <a:pt x="656666" y="1019314"/>
                </a:lnTo>
                <a:lnTo>
                  <a:pt x="830707" y="1019314"/>
                </a:lnTo>
                <a:close/>
              </a:path>
              <a:path w="3544569" h="1019809">
                <a:moveTo>
                  <a:pt x="1182192" y="1019314"/>
                </a:moveTo>
                <a:lnTo>
                  <a:pt x="559320" y="396405"/>
                </a:lnTo>
                <a:lnTo>
                  <a:pt x="510247" y="434581"/>
                </a:lnTo>
                <a:lnTo>
                  <a:pt x="461162" y="473849"/>
                </a:lnTo>
                <a:lnTo>
                  <a:pt x="1006563" y="1019314"/>
                </a:lnTo>
                <a:lnTo>
                  <a:pt x="1182192" y="1019314"/>
                </a:lnTo>
                <a:close/>
              </a:path>
              <a:path w="3544569" h="1019809">
                <a:moveTo>
                  <a:pt x="1533690" y="1019314"/>
                </a:moveTo>
                <a:lnTo>
                  <a:pt x="773049" y="258622"/>
                </a:lnTo>
                <a:lnTo>
                  <a:pt x="745731" y="274408"/>
                </a:lnTo>
                <a:lnTo>
                  <a:pt x="718426" y="290741"/>
                </a:lnTo>
                <a:lnTo>
                  <a:pt x="691121" y="307644"/>
                </a:lnTo>
                <a:lnTo>
                  <a:pt x="663816" y="325094"/>
                </a:lnTo>
                <a:lnTo>
                  <a:pt x="1357998" y="1019314"/>
                </a:lnTo>
                <a:lnTo>
                  <a:pt x="1533690" y="1019314"/>
                </a:lnTo>
                <a:close/>
              </a:path>
              <a:path w="3544569" h="1019809">
                <a:moveTo>
                  <a:pt x="1883549" y="1019314"/>
                </a:moveTo>
                <a:lnTo>
                  <a:pt x="1010500" y="146151"/>
                </a:lnTo>
                <a:lnTo>
                  <a:pt x="979881" y="158356"/>
                </a:lnTo>
                <a:lnTo>
                  <a:pt x="949566" y="171310"/>
                </a:lnTo>
                <a:lnTo>
                  <a:pt x="919238" y="185140"/>
                </a:lnTo>
                <a:lnTo>
                  <a:pt x="888606" y="199961"/>
                </a:lnTo>
                <a:lnTo>
                  <a:pt x="1707857" y="1019314"/>
                </a:lnTo>
                <a:lnTo>
                  <a:pt x="1883549" y="1019314"/>
                </a:lnTo>
                <a:close/>
              </a:path>
              <a:path w="3544569" h="1019809">
                <a:moveTo>
                  <a:pt x="2235606" y="1019314"/>
                </a:moveTo>
                <a:lnTo>
                  <a:pt x="1276464" y="60680"/>
                </a:lnTo>
                <a:lnTo>
                  <a:pt x="1242060" y="69354"/>
                </a:lnTo>
                <a:lnTo>
                  <a:pt x="1207795" y="78574"/>
                </a:lnTo>
                <a:lnTo>
                  <a:pt x="1173835" y="88341"/>
                </a:lnTo>
                <a:lnTo>
                  <a:pt x="1140333" y="98666"/>
                </a:lnTo>
                <a:lnTo>
                  <a:pt x="2060841" y="1019314"/>
                </a:lnTo>
                <a:lnTo>
                  <a:pt x="2235606" y="1019314"/>
                </a:lnTo>
                <a:close/>
              </a:path>
              <a:path w="3544569" h="1019809">
                <a:moveTo>
                  <a:pt x="2587231" y="1019314"/>
                </a:moveTo>
                <a:lnTo>
                  <a:pt x="1577263" y="8559"/>
                </a:lnTo>
                <a:lnTo>
                  <a:pt x="1499095" y="18453"/>
                </a:lnTo>
                <a:lnTo>
                  <a:pt x="1460385" y="24142"/>
                </a:lnTo>
                <a:lnTo>
                  <a:pt x="1422120" y="30721"/>
                </a:lnTo>
                <a:lnTo>
                  <a:pt x="2410688" y="1019314"/>
                </a:lnTo>
                <a:lnTo>
                  <a:pt x="2587231" y="1019314"/>
                </a:lnTo>
                <a:close/>
              </a:path>
              <a:path w="3544569" h="1019809">
                <a:moveTo>
                  <a:pt x="2937853" y="1019314"/>
                </a:moveTo>
                <a:lnTo>
                  <a:pt x="1924011" y="5397"/>
                </a:lnTo>
                <a:lnTo>
                  <a:pt x="1878901" y="2387"/>
                </a:lnTo>
                <a:lnTo>
                  <a:pt x="1833753" y="596"/>
                </a:lnTo>
                <a:lnTo>
                  <a:pt x="1788617" y="0"/>
                </a:lnTo>
                <a:lnTo>
                  <a:pt x="1743481" y="546"/>
                </a:lnTo>
                <a:lnTo>
                  <a:pt x="2762148" y="1019314"/>
                </a:lnTo>
                <a:lnTo>
                  <a:pt x="2937853" y="1019314"/>
                </a:lnTo>
                <a:close/>
              </a:path>
              <a:path w="3544569" h="1019809">
                <a:moveTo>
                  <a:pt x="3289376" y="1019314"/>
                </a:moveTo>
                <a:lnTo>
                  <a:pt x="2352979" y="82842"/>
                </a:lnTo>
                <a:lnTo>
                  <a:pt x="2307399" y="70129"/>
                </a:lnTo>
                <a:lnTo>
                  <a:pt x="2261819" y="58572"/>
                </a:lnTo>
                <a:lnTo>
                  <a:pt x="2216251" y="48158"/>
                </a:lnTo>
                <a:lnTo>
                  <a:pt x="2170671" y="38874"/>
                </a:lnTo>
                <a:lnTo>
                  <a:pt x="2125091" y="30721"/>
                </a:lnTo>
                <a:lnTo>
                  <a:pt x="3113608" y="1019314"/>
                </a:lnTo>
                <a:lnTo>
                  <a:pt x="3289376" y="1019314"/>
                </a:lnTo>
                <a:close/>
              </a:path>
              <a:path w="3544569" h="1019809">
                <a:moveTo>
                  <a:pt x="3544366" y="1019314"/>
                </a:moveTo>
                <a:lnTo>
                  <a:pt x="3510788" y="963320"/>
                </a:lnTo>
                <a:lnTo>
                  <a:pt x="3483292" y="920521"/>
                </a:lnTo>
                <a:lnTo>
                  <a:pt x="3454616" y="878268"/>
                </a:lnTo>
                <a:lnTo>
                  <a:pt x="3424758" y="836561"/>
                </a:lnTo>
                <a:lnTo>
                  <a:pt x="3393719" y="795426"/>
                </a:lnTo>
                <a:lnTo>
                  <a:pt x="3361486" y="754888"/>
                </a:lnTo>
                <a:lnTo>
                  <a:pt x="3328060" y="714959"/>
                </a:lnTo>
                <a:lnTo>
                  <a:pt x="3293427" y="675652"/>
                </a:lnTo>
                <a:lnTo>
                  <a:pt x="3257613" y="636993"/>
                </a:lnTo>
                <a:lnTo>
                  <a:pt x="3220593" y="598982"/>
                </a:lnTo>
                <a:lnTo>
                  <a:pt x="3182874" y="562241"/>
                </a:lnTo>
                <a:lnTo>
                  <a:pt x="3144405" y="526605"/>
                </a:lnTo>
                <a:lnTo>
                  <a:pt x="3105226" y="492099"/>
                </a:lnTo>
                <a:lnTo>
                  <a:pt x="3065348" y="458736"/>
                </a:lnTo>
                <a:lnTo>
                  <a:pt x="3024822" y="426504"/>
                </a:lnTo>
                <a:lnTo>
                  <a:pt x="2983661" y="395427"/>
                </a:lnTo>
                <a:lnTo>
                  <a:pt x="2941891" y="365493"/>
                </a:lnTo>
                <a:lnTo>
                  <a:pt x="2899549" y="336740"/>
                </a:lnTo>
                <a:lnTo>
                  <a:pt x="2856661" y="309143"/>
                </a:lnTo>
                <a:lnTo>
                  <a:pt x="2813240" y="282727"/>
                </a:lnTo>
                <a:lnTo>
                  <a:pt x="2769324" y="257492"/>
                </a:lnTo>
                <a:lnTo>
                  <a:pt x="2724937" y="233451"/>
                </a:lnTo>
                <a:lnTo>
                  <a:pt x="2680106" y="210616"/>
                </a:lnTo>
                <a:lnTo>
                  <a:pt x="2634869" y="188988"/>
                </a:lnTo>
                <a:lnTo>
                  <a:pt x="3465131" y="1019314"/>
                </a:lnTo>
                <a:lnTo>
                  <a:pt x="3544366" y="1019314"/>
                </a:lnTo>
                <a:close/>
              </a:path>
            </a:pathLst>
          </a:custGeom>
          <a:solidFill>
            <a:srgbClr val="DBE3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0736" y="1083286"/>
            <a:ext cx="80727" cy="8075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400392" y="12"/>
            <a:ext cx="4041775" cy="1725295"/>
          </a:xfrm>
          <a:custGeom>
            <a:avLst/>
            <a:gdLst/>
            <a:ahLst/>
            <a:cxnLst/>
            <a:rect l="l" t="t" r="r" b="b"/>
            <a:pathLst>
              <a:path w="4041775" h="1725295">
                <a:moveTo>
                  <a:pt x="1157236" y="1534515"/>
                </a:moveTo>
                <a:lnTo>
                  <a:pt x="159893" y="537083"/>
                </a:lnTo>
                <a:lnTo>
                  <a:pt x="181305" y="582193"/>
                </a:lnTo>
                <a:lnTo>
                  <a:pt x="203898" y="626872"/>
                </a:lnTo>
                <a:lnTo>
                  <a:pt x="227672" y="671106"/>
                </a:lnTo>
                <a:lnTo>
                  <a:pt x="252628" y="714870"/>
                </a:lnTo>
                <a:lnTo>
                  <a:pt x="278765" y="758139"/>
                </a:lnTo>
                <a:lnTo>
                  <a:pt x="306082" y="800887"/>
                </a:lnTo>
                <a:lnTo>
                  <a:pt x="334581" y="843076"/>
                </a:lnTo>
                <a:lnTo>
                  <a:pt x="364248" y="884707"/>
                </a:lnTo>
                <a:lnTo>
                  <a:pt x="395109" y="925728"/>
                </a:lnTo>
                <a:lnTo>
                  <a:pt x="427139" y="966114"/>
                </a:lnTo>
                <a:lnTo>
                  <a:pt x="460362" y="1005865"/>
                </a:lnTo>
                <a:lnTo>
                  <a:pt x="494753" y="1044917"/>
                </a:lnTo>
                <a:lnTo>
                  <a:pt x="530339" y="1083284"/>
                </a:lnTo>
                <a:lnTo>
                  <a:pt x="611060" y="1164031"/>
                </a:lnTo>
                <a:lnTo>
                  <a:pt x="649414" y="1199616"/>
                </a:lnTo>
                <a:lnTo>
                  <a:pt x="688479" y="1234020"/>
                </a:lnTo>
                <a:lnTo>
                  <a:pt x="728218" y="1267231"/>
                </a:lnTo>
                <a:lnTo>
                  <a:pt x="768616" y="1299273"/>
                </a:lnTo>
                <a:lnTo>
                  <a:pt x="809637" y="1330134"/>
                </a:lnTo>
                <a:lnTo>
                  <a:pt x="851255" y="1359814"/>
                </a:lnTo>
                <a:lnTo>
                  <a:pt x="893445" y="1388313"/>
                </a:lnTo>
                <a:lnTo>
                  <a:pt x="936193" y="1415630"/>
                </a:lnTo>
                <a:lnTo>
                  <a:pt x="979462" y="1441767"/>
                </a:lnTo>
                <a:lnTo>
                  <a:pt x="1023226" y="1466723"/>
                </a:lnTo>
                <a:lnTo>
                  <a:pt x="1067460" y="1490497"/>
                </a:lnTo>
                <a:lnTo>
                  <a:pt x="1112139" y="1513090"/>
                </a:lnTo>
                <a:lnTo>
                  <a:pt x="1157236" y="1534515"/>
                </a:lnTo>
                <a:close/>
              </a:path>
              <a:path w="4041775" h="1725295">
                <a:moveTo>
                  <a:pt x="1667002" y="1694421"/>
                </a:moveTo>
                <a:lnTo>
                  <a:pt x="0" y="27279"/>
                </a:lnTo>
                <a:lnTo>
                  <a:pt x="8940" y="73634"/>
                </a:lnTo>
                <a:lnTo>
                  <a:pt x="18719" y="119621"/>
                </a:lnTo>
                <a:lnTo>
                  <a:pt x="29413" y="165214"/>
                </a:lnTo>
                <a:lnTo>
                  <a:pt x="41084" y="210426"/>
                </a:lnTo>
                <a:lnTo>
                  <a:pt x="53822" y="255257"/>
                </a:lnTo>
                <a:lnTo>
                  <a:pt x="1439037" y="1640586"/>
                </a:lnTo>
                <a:lnTo>
                  <a:pt x="1484630" y="1653324"/>
                </a:lnTo>
                <a:lnTo>
                  <a:pt x="1530223" y="1665008"/>
                </a:lnTo>
                <a:lnTo>
                  <a:pt x="1575816" y="1675688"/>
                </a:lnTo>
                <a:lnTo>
                  <a:pt x="1621409" y="1685467"/>
                </a:lnTo>
                <a:lnTo>
                  <a:pt x="1667002" y="1694421"/>
                </a:lnTo>
                <a:close/>
              </a:path>
              <a:path w="4041775" h="1725295">
                <a:moveTo>
                  <a:pt x="2048535" y="1724494"/>
                </a:moveTo>
                <a:lnTo>
                  <a:pt x="324167" y="0"/>
                </a:lnTo>
                <a:lnTo>
                  <a:pt x="148424" y="0"/>
                </a:lnTo>
                <a:lnTo>
                  <a:pt x="1868043" y="1719745"/>
                </a:lnTo>
                <a:lnTo>
                  <a:pt x="1913166" y="1722716"/>
                </a:lnTo>
                <a:lnTo>
                  <a:pt x="1958289" y="1724494"/>
                </a:lnTo>
                <a:lnTo>
                  <a:pt x="2003412" y="1725091"/>
                </a:lnTo>
                <a:lnTo>
                  <a:pt x="2048535" y="1724494"/>
                </a:lnTo>
                <a:close/>
              </a:path>
              <a:path w="4041775" h="1725295">
                <a:moveTo>
                  <a:pt x="2369883" y="1694421"/>
                </a:moveTo>
                <a:lnTo>
                  <a:pt x="674509" y="0"/>
                </a:lnTo>
                <a:lnTo>
                  <a:pt x="499897" y="0"/>
                </a:lnTo>
                <a:lnTo>
                  <a:pt x="2214791" y="1714995"/>
                </a:lnTo>
                <a:lnTo>
                  <a:pt x="2253653" y="1710893"/>
                </a:lnTo>
                <a:lnTo>
                  <a:pt x="2292261" y="1705889"/>
                </a:lnTo>
                <a:lnTo>
                  <a:pt x="2369883" y="1694421"/>
                </a:lnTo>
                <a:close/>
              </a:path>
              <a:path w="4041775" h="1725295">
                <a:moveTo>
                  <a:pt x="2651772" y="1624749"/>
                </a:moveTo>
                <a:lnTo>
                  <a:pt x="1026058" y="0"/>
                </a:lnTo>
                <a:lnTo>
                  <a:pt x="851306" y="0"/>
                </a:lnTo>
                <a:lnTo>
                  <a:pt x="2515463" y="1664335"/>
                </a:lnTo>
                <a:lnTo>
                  <a:pt x="2549944" y="1655699"/>
                </a:lnTo>
                <a:lnTo>
                  <a:pt x="2584259" y="1646326"/>
                </a:lnTo>
                <a:lnTo>
                  <a:pt x="2618244" y="1636064"/>
                </a:lnTo>
                <a:lnTo>
                  <a:pt x="2651772" y="1624749"/>
                </a:lnTo>
                <a:close/>
              </a:path>
              <a:path w="4041775" h="1725295">
                <a:moveTo>
                  <a:pt x="2901810" y="1523428"/>
                </a:moveTo>
                <a:lnTo>
                  <a:pt x="1377594" y="0"/>
                </a:lnTo>
                <a:lnTo>
                  <a:pt x="1202817" y="0"/>
                </a:lnTo>
                <a:lnTo>
                  <a:pt x="2779852" y="1577263"/>
                </a:lnTo>
                <a:lnTo>
                  <a:pt x="2810687" y="1564843"/>
                </a:lnTo>
                <a:lnTo>
                  <a:pt x="2841383" y="1551533"/>
                </a:lnTo>
                <a:lnTo>
                  <a:pt x="2871800" y="1537627"/>
                </a:lnTo>
                <a:lnTo>
                  <a:pt x="2901810" y="1523428"/>
                </a:lnTo>
                <a:close/>
              </a:path>
              <a:path w="4041775" h="1725295">
                <a:moveTo>
                  <a:pt x="3126511" y="1398346"/>
                </a:moveTo>
                <a:lnTo>
                  <a:pt x="1728355" y="0"/>
                </a:lnTo>
                <a:lnTo>
                  <a:pt x="1552676" y="0"/>
                </a:lnTo>
                <a:lnTo>
                  <a:pt x="3017431" y="1464843"/>
                </a:lnTo>
                <a:lnTo>
                  <a:pt x="3044685" y="1449108"/>
                </a:lnTo>
                <a:lnTo>
                  <a:pt x="3071977" y="1432788"/>
                </a:lnTo>
                <a:lnTo>
                  <a:pt x="3099270" y="1415872"/>
                </a:lnTo>
                <a:lnTo>
                  <a:pt x="3126511" y="1398346"/>
                </a:lnTo>
                <a:close/>
              </a:path>
              <a:path w="4041775" h="1725295">
                <a:moveTo>
                  <a:pt x="3329292" y="1249540"/>
                </a:moveTo>
                <a:lnTo>
                  <a:pt x="2079828" y="0"/>
                </a:lnTo>
                <a:lnTo>
                  <a:pt x="1904149" y="0"/>
                </a:lnTo>
                <a:lnTo>
                  <a:pt x="3231172" y="1327111"/>
                </a:lnTo>
                <a:lnTo>
                  <a:pt x="3280778" y="1288910"/>
                </a:lnTo>
                <a:lnTo>
                  <a:pt x="3305264" y="1269441"/>
                </a:lnTo>
                <a:lnTo>
                  <a:pt x="3329292" y="1249540"/>
                </a:lnTo>
                <a:close/>
              </a:path>
              <a:path w="4041775" h="1725295">
                <a:moveTo>
                  <a:pt x="3509683" y="1080109"/>
                </a:moveTo>
                <a:lnTo>
                  <a:pt x="2429637" y="0"/>
                </a:lnTo>
                <a:lnTo>
                  <a:pt x="2255507" y="0"/>
                </a:lnTo>
                <a:lnTo>
                  <a:pt x="3422548" y="1167206"/>
                </a:lnTo>
                <a:lnTo>
                  <a:pt x="3467062" y="1124445"/>
                </a:lnTo>
                <a:lnTo>
                  <a:pt x="3509683" y="1080109"/>
                </a:lnTo>
                <a:close/>
              </a:path>
              <a:path w="4041775" h="1725295">
                <a:moveTo>
                  <a:pt x="3669627" y="888555"/>
                </a:moveTo>
                <a:lnTo>
                  <a:pt x="2781122" y="0"/>
                </a:lnTo>
                <a:lnTo>
                  <a:pt x="2605392" y="0"/>
                </a:lnTo>
                <a:lnTo>
                  <a:pt x="3591979" y="986726"/>
                </a:lnTo>
                <a:lnTo>
                  <a:pt x="3611943" y="962698"/>
                </a:lnTo>
                <a:lnTo>
                  <a:pt x="3631438" y="938237"/>
                </a:lnTo>
                <a:lnTo>
                  <a:pt x="3669627" y="888555"/>
                </a:lnTo>
                <a:close/>
              </a:path>
              <a:path w="4041775" h="1725295">
                <a:moveTo>
                  <a:pt x="3807409" y="674814"/>
                </a:moveTo>
                <a:lnTo>
                  <a:pt x="3132632" y="0"/>
                </a:lnTo>
                <a:lnTo>
                  <a:pt x="2956928" y="0"/>
                </a:lnTo>
                <a:lnTo>
                  <a:pt x="3740937" y="784059"/>
                </a:lnTo>
                <a:lnTo>
                  <a:pt x="3758387" y="756754"/>
                </a:lnTo>
                <a:lnTo>
                  <a:pt x="3775278" y="729437"/>
                </a:lnTo>
                <a:lnTo>
                  <a:pt x="3791623" y="702132"/>
                </a:lnTo>
                <a:lnTo>
                  <a:pt x="3807409" y="674814"/>
                </a:lnTo>
                <a:close/>
              </a:path>
              <a:path w="4041775" h="1725295">
                <a:moveTo>
                  <a:pt x="3919651" y="437337"/>
                </a:moveTo>
                <a:lnTo>
                  <a:pt x="3482378" y="0"/>
                </a:lnTo>
                <a:lnTo>
                  <a:pt x="3306686" y="0"/>
                </a:lnTo>
                <a:lnTo>
                  <a:pt x="3865854" y="559244"/>
                </a:lnTo>
                <a:lnTo>
                  <a:pt x="3879837" y="529285"/>
                </a:lnTo>
                <a:lnTo>
                  <a:pt x="3906621" y="468185"/>
                </a:lnTo>
                <a:lnTo>
                  <a:pt x="3919651" y="437337"/>
                </a:lnTo>
                <a:close/>
              </a:path>
              <a:path w="4041775" h="1725295">
                <a:moveTo>
                  <a:pt x="4006799" y="171361"/>
                </a:moveTo>
                <a:lnTo>
                  <a:pt x="3835349" y="0"/>
                </a:lnTo>
                <a:lnTo>
                  <a:pt x="3659670" y="0"/>
                </a:lnTo>
                <a:lnTo>
                  <a:pt x="3967137" y="307505"/>
                </a:lnTo>
                <a:lnTo>
                  <a:pt x="3987596" y="239433"/>
                </a:lnTo>
                <a:lnTo>
                  <a:pt x="4006799" y="171361"/>
                </a:lnTo>
                <a:close/>
              </a:path>
              <a:path w="4041775" h="1725295">
                <a:moveTo>
                  <a:pt x="4041648" y="0"/>
                </a:moveTo>
                <a:lnTo>
                  <a:pt x="4009694" y="0"/>
                </a:lnTo>
                <a:lnTo>
                  <a:pt x="4036974" y="27279"/>
                </a:lnTo>
                <a:lnTo>
                  <a:pt x="4041648" y="0"/>
                </a:lnTo>
                <a:close/>
              </a:path>
            </a:pathLst>
          </a:custGeom>
          <a:solidFill>
            <a:srgbClr val="DBE3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9262483"/>
            <a:ext cx="2748915" cy="1024890"/>
          </a:xfrm>
          <a:custGeom>
            <a:avLst/>
            <a:gdLst/>
            <a:ahLst/>
            <a:cxnLst/>
            <a:rect l="l" t="t" r="r" b="b"/>
            <a:pathLst>
              <a:path w="2748915" h="1024890">
                <a:moveTo>
                  <a:pt x="2619965" y="1024517"/>
                </a:moveTo>
                <a:lnTo>
                  <a:pt x="0" y="1024517"/>
                </a:lnTo>
                <a:lnTo>
                  <a:pt x="0" y="0"/>
                </a:lnTo>
                <a:lnTo>
                  <a:pt x="2748814" y="0"/>
                </a:lnTo>
                <a:lnTo>
                  <a:pt x="2748571" y="48528"/>
                </a:lnTo>
                <a:lnTo>
                  <a:pt x="2747730" y="96923"/>
                </a:lnTo>
                <a:lnTo>
                  <a:pt x="2746333" y="145180"/>
                </a:lnTo>
                <a:lnTo>
                  <a:pt x="2744382" y="193296"/>
                </a:lnTo>
                <a:lnTo>
                  <a:pt x="2741880" y="241268"/>
                </a:lnTo>
                <a:lnTo>
                  <a:pt x="2738832" y="289094"/>
                </a:lnTo>
                <a:lnTo>
                  <a:pt x="2735239" y="336770"/>
                </a:lnTo>
                <a:lnTo>
                  <a:pt x="2731104" y="384292"/>
                </a:lnTo>
                <a:lnTo>
                  <a:pt x="2726432" y="431659"/>
                </a:lnTo>
                <a:lnTo>
                  <a:pt x="2721224" y="478866"/>
                </a:lnTo>
                <a:lnTo>
                  <a:pt x="2715485" y="525911"/>
                </a:lnTo>
                <a:lnTo>
                  <a:pt x="2709216" y="572791"/>
                </a:lnTo>
                <a:lnTo>
                  <a:pt x="2702422" y="619503"/>
                </a:lnTo>
                <a:lnTo>
                  <a:pt x="2695105" y="666043"/>
                </a:lnTo>
                <a:lnTo>
                  <a:pt x="2687269" y="712408"/>
                </a:lnTo>
                <a:lnTo>
                  <a:pt x="2678915" y="758596"/>
                </a:lnTo>
                <a:lnTo>
                  <a:pt x="2670048" y="804603"/>
                </a:lnTo>
                <a:lnTo>
                  <a:pt x="2660671" y="850426"/>
                </a:lnTo>
                <a:lnTo>
                  <a:pt x="2650787" y="896062"/>
                </a:lnTo>
                <a:lnTo>
                  <a:pt x="2640398" y="941508"/>
                </a:lnTo>
                <a:lnTo>
                  <a:pt x="2629508" y="986761"/>
                </a:lnTo>
                <a:lnTo>
                  <a:pt x="2619965" y="1024517"/>
                </a:lnTo>
                <a:close/>
              </a:path>
            </a:pathLst>
          </a:custGeom>
          <a:solidFill>
            <a:srgbClr val="6AA8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8564902"/>
            <a:ext cx="1472565" cy="1722120"/>
          </a:xfrm>
          <a:custGeom>
            <a:avLst/>
            <a:gdLst/>
            <a:ahLst/>
            <a:cxnLst/>
            <a:rect l="l" t="t" r="r" b="b"/>
            <a:pathLst>
              <a:path w="1472565" h="1722120">
                <a:moveTo>
                  <a:pt x="1472361" y="0"/>
                </a:moveTo>
                <a:lnTo>
                  <a:pt x="709521" y="0"/>
                </a:lnTo>
                <a:lnTo>
                  <a:pt x="708712" y="49539"/>
                </a:lnTo>
                <a:lnTo>
                  <a:pt x="706031" y="98836"/>
                </a:lnTo>
                <a:lnTo>
                  <a:pt x="701499" y="147846"/>
                </a:lnTo>
                <a:lnTo>
                  <a:pt x="695135" y="196520"/>
                </a:lnTo>
                <a:lnTo>
                  <a:pt x="686959" y="244809"/>
                </a:lnTo>
                <a:lnTo>
                  <a:pt x="676992" y="292666"/>
                </a:lnTo>
                <a:lnTo>
                  <a:pt x="665252" y="340043"/>
                </a:lnTo>
                <a:lnTo>
                  <a:pt x="651760" y="386891"/>
                </a:lnTo>
                <a:lnTo>
                  <a:pt x="636537" y="433163"/>
                </a:lnTo>
                <a:lnTo>
                  <a:pt x="619601" y="478810"/>
                </a:lnTo>
                <a:lnTo>
                  <a:pt x="600972" y="523784"/>
                </a:lnTo>
                <a:lnTo>
                  <a:pt x="580671" y="568037"/>
                </a:lnTo>
                <a:lnTo>
                  <a:pt x="558718" y="611521"/>
                </a:lnTo>
                <a:lnTo>
                  <a:pt x="535132" y="654188"/>
                </a:lnTo>
                <a:lnTo>
                  <a:pt x="509934" y="695989"/>
                </a:lnTo>
                <a:lnTo>
                  <a:pt x="483142" y="736877"/>
                </a:lnTo>
                <a:lnTo>
                  <a:pt x="454778" y="776804"/>
                </a:lnTo>
                <a:lnTo>
                  <a:pt x="424861" y="815721"/>
                </a:lnTo>
                <a:lnTo>
                  <a:pt x="393411" y="853580"/>
                </a:lnTo>
                <a:lnTo>
                  <a:pt x="360447" y="890333"/>
                </a:lnTo>
                <a:lnTo>
                  <a:pt x="325990" y="925932"/>
                </a:lnTo>
                <a:lnTo>
                  <a:pt x="291430" y="959261"/>
                </a:lnTo>
                <a:lnTo>
                  <a:pt x="255970" y="991075"/>
                </a:lnTo>
                <a:lnTo>
                  <a:pt x="219653" y="1021373"/>
                </a:lnTo>
                <a:lnTo>
                  <a:pt x="182520" y="1050157"/>
                </a:lnTo>
                <a:lnTo>
                  <a:pt x="144613" y="1077426"/>
                </a:lnTo>
                <a:lnTo>
                  <a:pt x="105975" y="1103180"/>
                </a:lnTo>
                <a:lnTo>
                  <a:pt x="66646" y="1127419"/>
                </a:lnTo>
                <a:lnTo>
                  <a:pt x="26669" y="1150143"/>
                </a:lnTo>
                <a:lnTo>
                  <a:pt x="0" y="1164081"/>
                </a:lnTo>
                <a:lnTo>
                  <a:pt x="0" y="1722095"/>
                </a:lnTo>
                <a:lnTo>
                  <a:pt x="553343" y="1722095"/>
                </a:lnTo>
                <a:lnTo>
                  <a:pt x="557622" y="1719284"/>
                </a:lnTo>
                <a:lnTo>
                  <a:pt x="598639" y="1690902"/>
                </a:lnTo>
                <a:lnTo>
                  <a:pt x="638964" y="1661534"/>
                </a:lnTo>
                <a:lnTo>
                  <a:pt x="678579" y="1631192"/>
                </a:lnTo>
                <a:lnTo>
                  <a:pt x="717467" y="1599888"/>
                </a:lnTo>
                <a:lnTo>
                  <a:pt x="755608" y="1567635"/>
                </a:lnTo>
                <a:lnTo>
                  <a:pt x="792986" y="1534445"/>
                </a:lnTo>
                <a:lnTo>
                  <a:pt x="829582" y="1500329"/>
                </a:lnTo>
                <a:lnTo>
                  <a:pt x="865378" y="1465302"/>
                </a:lnTo>
                <a:lnTo>
                  <a:pt x="900399" y="1429507"/>
                </a:lnTo>
                <a:lnTo>
                  <a:pt x="934508" y="1392912"/>
                </a:lnTo>
                <a:lnTo>
                  <a:pt x="967692" y="1355536"/>
                </a:lnTo>
                <a:lnTo>
                  <a:pt x="999940" y="1317396"/>
                </a:lnTo>
                <a:lnTo>
                  <a:pt x="1031238" y="1278511"/>
                </a:lnTo>
                <a:lnTo>
                  <a:pt x="1061575" y="1238898"/>
                </a:lnTo>
                <a:lnTo>
                  <a:pt x="1090938" y="1198576"/>
                </a:lnTo>
                <a:lnTo>
                  <a:pt x="1119314" y="1157562"/>
                </a:lnTo>
                <a:lnTo>
                  <a:pt x="1146692" y="1115876"/>
                </a:lnTo>
                <a:lnTo>
                  <a:pt x="1173059" y="1073535"/>
                </a:lnTo>
                <a:lnTo>
                  <a:pt x="1198403" y="1030557"/>
                </a:lnTo>
                <a:lnTo>
                  <a:pt x="1222711" y="986960"/>
                </a:lnTo>
                <a:lnTo>
                  <a:pt x="1245970" y="942763"/>
                </a:lnTo>
                <a:lnTo>
                  <a:pt x="1268170" y="897983"/>
                </a:lnTo>
                <a:lnTo>
                  <a:pt x="1289296" y="852639"/>
                </a:lnTo>
                <a:lnTo>
                  <a:pt x="1309337" y="806749"/>
                </a:lnTo>
                <a:lnTo>
                  <a:pt x="1328987" y="758677"/>
                </a:lnTo>
                <a:lnTo>
                  <a:pt x="1347397" y="710180"/>
                </a:lnTo>
                <a:lnTo>
                  <a:pt x="1364563" y="661281"/>
                </a:lnTo>
                <a:lnTo>
                  <a:pt x="1380481" y="612004"/>
                </a:lnTo>
                <a:lnTo>
                  <a:pt x="1395145" y="562374"/>
                </a:lnTo>
                <a:lnTo>
                  <a:pt x="1408550" y="512414"/>
                </a:lnTo>
                <a:lnTo>
                  <a:pt x="1420693" y="462150"/>
                </a:lnTo>
                <a:lnTo>
                  <a:pt x="1431568" y="411603"/>
                </a:lnTo>
                <a:lnTo>
                  <a:pt x="1441171" y="360800"/>
                </a:lnTo>
                <a:lnTo>
                  <a:pt x="1449496" y="309764"/>
                </a:lnTo>
                <a:lnTo>
                  <a:pt x="1456540" y="258519"/>
                </a:lnTo>
                <a:lnTo>
                  <a:pt x="1462296" y="207089"/>
                </a:lnTo>
                <a:lnTo>
                  <a:pt x="1466761" y="155498"/>
                </a:lnTo>
                <a:lnTo>
                  <a:pt x="1469930" y="103770"/>
                </a:lnTo>
                <a:lnTo>
                  <a:pt x="1471799" y="51930"/>
                </a:lnTo>
                <a:lnTo>
                  <a:pt x="1472361" y="0"/>
                </a:lnTo>
                <a:close/>
              </a:path>
            </a:pathLst>
          </a:custGeom>
          <a:solidFill>
            <a:srgbClr val="DBE3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034864" y="0"/>
            <a:ext cx="1253490" cy="1446530"/>
          </a:xfrm>
          <a:custGeom>
            <a:avLst/>
            <a:gdLst/>
            <a:ahLst/>
            <a:cxnLst/>
            <a:rect l="l" t="t" r="r" b="b"/>
            <a:pathLst>
              <a:path w="1253490" h="1446530">
                <a:moveTo>
                  <a:pt x="764602" y="1445940"/>
                </a:moveTo>
                <a:lnTo>
                  <a:pt x="0" y="1445940"/>
                </a:lnTo>
                <a:lnTo>
                  <a:pt x="541" y="1396171"/>
                </a:lnTo>
                <a:lnTo>
                  <a:pt x="2443" y="1341687"/>
                </a:lnTo>
                <a:lnTo>
                  <a:pt x="5624" y="1289718"/>
                </a:lnTo>
                <a:lnTo>
                  <a:pt x="10105" y="1237885"/>
                </a:lnTo>
                <a:lnTo>
                  <a:pt x="15880" y="1186213"/>
                </a:lnTo>
                <a:lnTo>
                  <a:pt x="22945" y="1134727"/>
                </a:lnTo>
                <a:lnTo>
                  <a:pt x="31296" y="1083450"/>
                </a:lnTo>
                <a:lnTo>
                  <a:pt x="40926" y="1032408"/>
                </a:lnTo>
                <a:lnTo>
                  <a:pt x="51831" y="981623"/>
                </a:lnTo>
                <a:lnTo>
                  <a:pt x="64007" y="931122"/>
                </a:lnTo>
                <a:lnTo>
                  <a:pt x="77449" y="880927"/>
                </a:lnTo>
                <a:lnTo>
                  <a:pt x="92151" y="831064"/>
                </a:lnTo>
                <a:lnTo>
                  <a:pt x="108108" y="781556"/>
                </a:lnTo>
                <a:lnTo>
                  <a:pt x="125317" y="732428"/>
                </a:lnTo>
                <a:lnTo>
                  <a:pt x="143772" y="683705"/>
                </a:lnTo>
                <a:lnTo>
                  <a:pt x="163468" y="635411"/>
                </a:lnTo>
                <a:lnTo>
                  <a:pt x="183554" y="589308"/>
                </a:lnTo>
                <a:lnTo>
                  <a:pt x="204727" y="543755"/>
                </a:lnTo>
                <a:lnTo>
                  <a:pt x="226975" y="498768"/>
                </a:lnTo>
                <a:lnTo>
                  <a:pt x="250286" y="454367"/>
                </a:lnTo>
                <a:lnTo>
                  <a:pt x="274647" y="410569"/>
                </a:lnTo>
                <a:lnTo>
                  <a:pt x="300046" y="367394"/>
                </a:lnTo>
                <a:lnTo>
                  <a:pt x="326471" y="324858"/>
                </a:lnTo>
                <a:lnTo>
                  <a:pt x="353910" y="282981"/>
                </a:lnTo>
                <a:lnTo>
                  <a:pt x="382351" y="241781"/>
                </a:lnTo>
                <a:lnTo>
                  <a:pt x="411780" y="201276"/>
                </a:lnTo>
                <a:lnTo>
                  <a:pt x="442186" y="161484"/>
                </a:lnTo>
                <a:lnTo>
                  <a:pt x="473557" y="122423"/>
                </a:lnTo>
                <a:lnTo>
                  <a:pt x="505880" y="84112"/>
                </a:lnTo>
                <a:lnTo>
                  <a:pt x="539142" y="46570"/>
                </a:lnTo>
                <a:lnTo>
                  <a:pt x="573333" y="9814"/>
                </a:lnTo>
                <a:lnTo>
                  <a:pt x="582916" y="0"/>
                </a:lnTo>
                <a:lnTo>
                  <a:pt x="1253135" y="0"/>
                </a:lnTo>
                <a:lnTo>
                  <a:pt x="1253135" y="421899"/>
                </a:lnTo>
                <a:lnTo>
                  <a:pt x="1219193" y="450282"/>
                </a:lnTo>
                <a:lnTo>
                  <a:pt x="1183652" y="482243"/>
                </a:lnTo>
                <a:lnTo>
                  <a:pt x="1149012" y="515725"/>
                </a:lnTo>
                <a:lnTo>
                  <a:pt x="1114476" y="551489"/>
                </a:lnTo>
                <a:lnTo>
                  <a:pt x="1081436" y="588412"/>
                </a:lnTo>
                <a:lnTo>
                  <a:pt x="1049913" y="626446"/>
                </a:lnTo>
                <a:lnTo>
                  <a:pt x="1019925" y="665543"/>
                </a:lnTo>
                <a:lnTo>
                  <a:pt x="991494" y="705654"/>
                </a:lnTo>
                <a:lnTo>
                  <a:pt x="964639" y="746732"/>
                </a:lnTo>
                <a:lnTo>
                  <a:pt x="939380" y="788726"/>
                </a:lnTo>
                <a:lnTo>
                  <a:pt x="915738" y="831591"/>
                </a:lnTo>
                <a:lnTo>
                  <a:pt x="893732" y="875276"/>
                </a:lnTo>
                <a:lnTo>
                  <a:pt x="873383" y="919733"/>
                </a:lnTo>
                <a:lnTo>
                  <a:pt x="854710" y="964915"/>
                </a:lnTo>
                <a:lnTo>
                  <a:pt x="837734" y="1010773"/>
                </a:lnTo>
                <a:lnTo>
                  <a:pt x="822474" y="1057259"/>
                </a:lnTo>
                <a:lnTo>
                  <a:pt x="808951" y="1104324"/>
                </a:lnTo>
                <a:lnTo>
                  <a:pt x="797185" y="1151920"/>
                </a:lnTo>
                <a:lnTo>
                  <a:pt x="787196" y="1199998"/>
                </a:lnTo>
                <a:lnTo>
                  <a:pt x="779003" y="1248511"/>
                </a:lnTo>
                <a:lnTo>
                  <a:pt x="772628" y="1297409"/>
                </a:lnTo>
                <a:lnTo>
                  <a:pt x="768089" y="1346646"/>
                </a:lnTo>
                <a:lnTo>
                  <a:pt x="765407" y="1396171"/>
                </a:lnTo>
                <a:lnTo>
                  <a:pt x="764602" y="1445940"/>
                </a:lnTo>
                <a:close/>
              </a:path>
            </a:pathLst>
          </a:custGeom>
          <a:solidFill>
            <a:srgbClr val="DBE3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00626" y="988377"/>
            <a:ext cx="10333989" cy="17338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41830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37559" y="3056953"/>
            <a:ext cx="12804140" cy="301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6AA83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1631" y="291891"/>
            <a:ext cx="2185295" cy="19212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97860" y="2182494"/>
            <a:ext cx="11789410" cy="2028189"/>
          </a:xfrm>
          <a:prstGeom prst="rect"/>
        </p:spPr>
        <p:txBody>
          <a:bodyPr wrap="square" lIns="0" tIns="159385" rIns="0" bIns="0" rtlCol="0" vert="horz">
            <a:spAutoFit/>
          </a:bodyPr>
          <a:lstStyle/>
          <a:p>
            <a:pPr algn="ctr" marL="10160">
              <a:lnSpc>
                <a:spcPct val="100000"/>
              </a:lnSpc>
              <a:spcBef>
                <a:spcPts val="1255"/>
              </a:spcBef>
            </a:pPr>
            <a:r>
              <a:rPr dirty="0" sz="5600" spc="-254" b="0">
                <a:solidFill>
                  <a:srgbClr val="000000"/>
                </a:solidFill>
                <a:latin typeface="Arial Black"/>
                <a:cs typeface="Arial Black"/>
              </a:rPr>
              <a:t>Online</a:t>
            </a:r>
            <a:r>
              <a:rPr dirty="0" sz="5600" spc="-465" b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5600" spc="-360" b="0">
                <a:solidFill>
                  <a:srgbClr val="000000"/>
                </a:solidFill>
                <a:latin typeface="Arial Black"/>
                <a:cs typeface="Arial Black"/>
              </a:rPr>
              <a:t>Learning</a:t>
            </a:r>
            <a:endParaRPr sz="56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dirty="0" sz="5600" spc="-1245" b="0">
                <a:solidFill>
                  <a:srgbClr val="000000"/>
                </a:solidFill>
                <a:latin typeface="Arial Black"/>
                <a:cs typeface="Arial Black"/>
              </a:rPr>
              <a:t>&amp;</a:t>
            </a:r>
            <a:r>
              <a:rPr dirty="0" sz="5600" spc="-515" b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5600" spc="-385" b="0">
                <a:solidFill>
                  <a:srgbClr val="000000"/>
                </a:solidFill>
                <a:latin typeface="Arial Black"/>
                <a:cs typeface="Arial Black"/>
              </a:rPr>
              <a:t>Assignment</a:t>
            </a:r>
            <a:r>
              <a:rPr dirty="0" sz="5600" spc="-535" b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5600" spc="-350" b="0">
                <a:solidFill>
                  <a:srgbClr val="000000"/>
                </a:solidFill>
                <a:latin typeface="Arial Black"/>
                <a:cs typeface="Arial Black"/>
              </a:rPr>
              <a:t>Submission</a:t>
            </a:r>
            <a:r>
              <a:rPr dirty="0" sz="5600" spc="-459" b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dirty="0" sz="5600" spc="-415" b="0">
                <a:solidFill>
                  <a:srgbClr val="000000"/>
                </a:solidFill>
                <a:latin typeface="Arial Black"/>
                <a:cs typeface="Arial Black"/>
              </a:rPr>
              <a:t>System</a:t>
            </a:r>
            <a:endParaRPr sz="560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38954" y="4715645"/>
            <a:ext cx="9606915" cy="4145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778635" marR="2256155">
              <a:lnSpc>
                <a:spcPct val="115399"/>
              </a:lnSpc>
              <a:spcBef>
                <a:spcPts val="95"/>
              </a:spcBef>
            </a:pPr>
            <a:r>
              <a:rPr dirty="0" sz="3200" b="1">
                <a:latin typeface="Segoe UI"/>
                <a:cs typeface="Segoe UI"/>
              </a:rPr>
              <a:t>Name:</a:t>
            </a:r>
            <a:r>
              <a:rPr dirty="0" sz="3200" spc="-90" b="1">
                <a:latin typeface="Segoe UI"/>
                <a:cs typeface="Segoe UI"/>
              </a:rPr>
              <a:t> </a:t>
            </a:r>
            <a:r>
              <a:rPr dirty="0" sz="3200" b="1">
                <a:latin typeface="Segoe UI"/>
                <a:cs typeface="Segoe UI"/>
              </a:rPr>
              <a:t>Oveshek</a:t>
            </a:r>
            <a:r>
              <a:rPr dirty="0" sz="3200" spc="-90" b="1">
                <a:latin typeface="Segoe UI"/>
                <a:cs typeface="Segoe UI"/>
              </a:rPr>
              <a:t> </a:t>
            </a:r>
            <a:r>
              <a:rPr dirty="0" sz="3200" b="1">
                <a:latin typeface="Segoe UI"/>
                <a:cs typeface="Segoe UI"/>
              </a:rPr>
              <a:t>Kundu</a:t>
            </a:r>
            <a:r>
              <a:rPr dirty="0" sz="3200" spc="-65" b="1">
                <a:latin typeface="Segoe UI"/>
                <a:cs typeface="Segoe UI"/>
              </a:rPr>
              <a:t> </a:t>
            </a:r>
            <a:r>
              <a:rPr dirty="0" sz="3200" spc="-20" b="1">
                <a:latin typeface="Segoe UI"/>
                <a:cs typeface="Segoe UI"/>
              </a:rPr>
              <a:t>Toton </a:t>
            </a:r>
            <a:r>
              <a:rPr dirty="0" sz="3200" b="1">
                <a:latin typeface="Segoe UI"/>
                <a:cs typeface="Segoe UI"/>
              </a:rPr>
              <a:t>ID:</a:t>
            </a:r>
            <a:r>
              <a:rPr dirty="0" sz="3200" spc="-55" b="1">
                <a:latin typeface="Segoe UI"/>
                <a:cs typeface="Segoe UI"/>
              </a:rPr>
              <a:t> </a:t>
            </a:r>
            <a:r>
              <a:rPr dirty="0" sz="3200" spc="-10" b="1">
                <a:latin typeface="Segoe UI"/>
                <a:cs typeface="Segoe UI"/>
              </a:rPr>
              <a:t>200154</a:t>
            </a:r>
            <a:endParaRPr sz="3200">
              <a:latin typeface="Segoe UI"/>
              <a:cs typeface="Segoe UI"/>
            </a:endParaRPr>
          </a:p>
          <a:p>
            <a:pPr algn="ctr" marR="473075">
              <a:lnSpc>
                <a:spcPct val="100000"/>
              </a:lnSpc>
              <a:spcBef>
                <a:spcPts val="515"/>
              </a:spcBef>
            </a:pPr>
            <a:r>
              <a:rPr dirty="0" sz="3200" b="1">
                <a:latin typeface="Segoe UI"/>
                <a:cs typeface="Segoe UI"/>
              </a:rPr>
              <a:t>Session:</a:t>
            </a:r>
            <a:r>
              <a:rPr dirty="0" sz="3200" spc="-95" b="1">
                <a:latin typeface="Segoe UI"/>
                <a:cs typeface="Segoe UI"/>
              </a:rPr>
              <a:t> </a:t>
            </a:r>
            <a:r>
              <a:rPr dirty="0" sz="3200" b="1">
                <a:latin typeface="Segoe UI"/>
                <a:cs typeface="Segoe UI"/>
              </a:rPr>
              <a:t>2020-</a:t>
            </a:r>
            <a:r>
              <a:rPr dirty="0" sz="3200" spc="-25" b="1">
                <a:latin typeface="Segoe UI"/>
                <a:cs typeface="Segoe UI"/>
              </a:rPr>
              <a:t>21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3200">
              <a:latin typeface="Segoe UI"/>
              <a:cs typeface="Segoe UI"/>
            </a:endParaRPr>
          </a:p>
          <a:p>
            <a:pPr algn="ctr" marL="12700" marR="5080" indent="3810">
              <a:lnSpc>
                <a:spcPct val="119200"/>
              </a:lnSpc>
            </a:pPr>
            <a:r>
              <a:rPr dirty="0" sz="3150" spc="-185">
                <a:latin typeface="Arial Black"/>
                <a:cs typeface="Arial Black"/>
              </a:rPr>
              <a:t>Supervised</a:t>
            </a:r>
            <a:r>
              <a:rPr dirty="0" sz="3150" spc="-204">
                <a:latin typeface="Arial Black"/>
                <a:cs typeface="Arial Black"/>
              </a:rPr>
              <a:t> </a:t>
            </a:r>
            <a:r>
              <a:rPr dirty="0" sz="3150" spc="-145">
                <a:latin typeface="Arial Black"/>
                <a:cs typeface="Arial Black"/>
              </a:rPr>
              <a:t>By:Dr.</a:t>
            </a:r>
            <a:r>
              <a:rPr dirty="0" sz="3150" spc="-320">
                <a:latin typeface="Arial Black"/>
                <a:cs typeface="Arial Black"/>
              </a:rPr>
              <a:t> </a:t>
            </a:r>
            <a:r>
              <a:rPr dirty="0" sz="3150" spc="-100">
                <a:latin typeface="Arial Black"/>
                <a:cs typeface="Arial Black"/>
              </a:rPr>
              <a:t>Md.</a:t>
            </a:r>
            <a:r>
              <a:rPr dirty="0" sz="3150" spc="-320">
                <a:latin typeface="Arial Black"/>
                <a:cs typeface="Arial Black"/>
              </a:rPr>
              <a:t> </a:t>
            </a:r>
            <a:r>
              <a:rPr dirty="0" sz="3150" spc="-215">
                <a:latin typeface="Arial Black"/>
                <a:cs typeface="Arial Black"/>
              </a:rPr>
              <a:t>Alam</a:t>
            </a:r>
            <a:r>
              <a:rPr dirty="0" sz="3150" spc="-275">
                <a:latin typeface="Arial Black"/>
                <a:cs typeface="Arial Black"/>
              </a:rPr>
              <a:t> </a:t>
            </a:r>
            <a:r>
              <a:rPr dirty="0" sz="3150" spc="-220">
                <a:latin typeface="Arial Black"/>
                <a:cs typeface="Arial Black"/>
              </a:rPr>
              <a:t>Hossain,</a:t>
            </a:r>
            <a:r>
              <a:rPr dirty="0" sz="3150" spc="-245">
                <a:latin typeface="Arial Black"/>
                <a:cs typeface="Arial Black"/>
              </a:rPr>
              <a:t> </a:t>
            </a:r>
            <a:r>
              <a:rPr dirty="0" sz="3150" spc="-25">
                <a:latin typeface="Arial Black"/>
                <a:cs typeface="Arial Black"/>
              </a:rPr>
              <a:t>PhD </a:t>
            </a:r>
            <a:r>
              <a:rPr dirty="0" sz="3150" spc="-180">
                <a:latin typeface="Arial Black"/>
                <a:cs typeface="Arial Black"/>
              </a:rPr>
              <a:t>Professor,</a:t>
            </a:r>
            <a:r>
              <a:rPr dirty="0" sz="3150" spc="-235">
                <a:latin typeface="Arial Black"/>
                <a:cs typeface="Arial Black"/>
              </a:rPr>
              <a:t> </a:t>
            </a:r>
            <a:r>
              <a:rPr dirty="0" sz="3150" spc="-155">
                <a:latin typeface="Arial Black"/>
                <a:cs typeface="Arial Black"/>
              </a:rPr>
              <a:t>Department</a:t>
            </a:r>
            <a:r>
              <a:rPr dirty="0" sz="3150" spc="-300">
                <a:latin typeface="Arial Black"/>
                <a:cs typeface="Arial Black"/>
              </a:rPr>
              <a:t> </a:t>
            </a:r>
            <a:r>
              <a:rPr dirty="0" sz="3150" spc="-45">
                <a:latin typeface="Arial Black"/>
                <a:cs typeface="Arial Black"/>
              </a:rPr>
              <a:t>of</a:t>
            </a:r>
            <a:r>
              <a:rPr dirty="0" sz="3150" spc="-275">
                <a:latin typeface="Arial Black"/>
                <a:cs typeface="Arial Black"/>
              </a:rPr>
              <a:t> </a:t>
            </a:r>
            <a:r>
              <a:rPr dirty="0" sz="3150" spc="-150">
                <a:latin typeface="Arial Black"/>
                <a:cs typeface="Arial Black"/>
              </a:rPr>
              <a:t>Computer</a:t>
            </a:r>
            <a:r>
              <a:rPr dirty="0" sz="3150" spc="-240">
                <a:latin typeface="Arial Black"/>
                <a:cs typeface="Arial Black"/>
              </a:rPr>
              <a:t> </a:t>
            </a:r>
            <a:r>
              <a:rPr dirty="0" sz="3150" spc="-260">
                <a:latin typeface="Arial Black"/>
                <a:cs typeface="Arial Black"/>
              </a:rPr>
              <a:t>Science</a:t>
            </a:r>
            <a:r>
              <a:rPr dirty="0" sz="3150" spc="-215">
                <a:latin typeface="Arial Black"/>
                <a:cs typeface="Arial Black"/>
              </a:rPr>
              <a:t> </a:t>
            </a:r>
            <a:r>
              <a:rPr dirty="0" sz="3150" spc="-65">
                <a:latin typeface="Arial Black"/>
                <a:cs typeface="Arial Black"/>
              </a:rPr>
              <a:t>and </a:t>
            </a:r>
            <a:r>
              <a:rPr dirty="0" sz="3150" spc="-114">
                <a:latin typeface="Arial Black"/>
                <a:cs typeface="Arial Black"/>
              </a:rPr>
              <a:t>Engineering</a:t>
            </a:r>
            <a:endParaRPr sz="31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3611" rIns="0" bIns="0" rtlCol="0" vert="horz">
            <a:spAutoFit/>
          </a:bodyPr>
          <a:lstStyle/>
          <a:p>
            <a:pPr marL="1606550">
              <a:lnSpc>
                <a:spcPct val="100000"/>
              </a:lnSpc>
              <a:spcBef>
                <a:spcPts val="130"/>
              </a:spcBef>
            </a:pPr>
            <a:r>
              <a:rPr dirty="0" sz="8000" spc="-10">
                <a:solidFill>
                  <a:srgbClr val="6AA839"/>
                </a:solidFill>
              </a:rPr>
              <a:t>INTRODUCTION</a:t>
            </a:r>
            <a:endParaRPr sz="8000"/>
          </a:p>
        </p:txBody>
      </p:sp>
      <p:sp>
        <p:nvSpPr>
          <p:cNvPr id="3" name="object 3" descr=""/>
          <p:cNvSpPr txBox="1"/>
          <p:nvPr/>
        </p:nvSpPr>
        <p:spPr>
          <a:xfrm>
            <a:off x="5839459" y="3272089"/>
            <a:ext cx="6330950" cy="4831080"/>
          </a:xfrm>
          <a:prstGeom prst="rect">
            <a:avLst/>
          </a:prstGeom>
        </p:spPr>
        <p:txBody>
          <a:bodyPr wrap="square" lIns="0" tIns="554990" rIns="0" bIns="0" rtlCol="0" vert="horz">
            <a:spAutoFit/>
          </a:bodyPr>
          <a:lstStyle/>
          <a:p>
            <a:pPr marL="984250" indent="-971550">
              <a:lnSpc>
                <a:spcPct val="100000"/>
              </a:lnSpc>
              <a:spcBef>
                <a:spcPts val="4370"/>
              </a:spcBef>
              <a:buFont typeface="Arial MT"/>
              <a:buChar char="•"/>
              <a:tabLst>
                <a:tab pos="984250" algn="l"/>
              </a:tabLst>
            </a:pPr>
            <a:r>
              <a:rPr dirty="0" sz="6950" spc="-10" b="1">
                <a:solidFill>
                  <a:srgbClr val="6AA839"/>
                </a:solidFill>
                <a:latin typeface="Arial"/>
                <a:cs typeface="Arial"/>
              </a:rPr>
              <a:t>Flexibility</a:t>
            </a:r>
            <a:endParaRPr sz="6950">
              <a:latin typeface="Arial"/>
              <a:cs typeface="Arial"/>
            </a:endParaRPr>
          </a:p>
          <a:p>
            <a:pPr marL="984250" indent="-971550">
              <a:lnSpc>
                <a:spcPct val="100000"/>
              </a:lnSpc>
              <a:spcBef>
                <a:spcPts val="4270"/>
              </a:spcBef>
              <a:buFont typeface="Arial MT"/>
              <a:buChar char="•"/>
              <a:tabLst>
                <a:tab pos="984250" algn="l"/>
              </a:tabLst>
            </a:pPr>
            <a:r>
              <a:rPr dirty="0" sz="6950" spc="-10" b="1">
                <a:solidFill>
                  <a:srgbClr val="6AA839"/>
                </a:solidFill>
                <a:latin typeface="Arial"/>
                <a:cs typeface="Arial"/>
              </a:rPr>
              <a:t>Efficiency</a:t>
            </a:r>
            <a:endParaRPr sz="6950">
              <a:latin typeface="Arial"/>
              <a:cs typeface="Arial"/>
            </a:endParaRPr>
          </a:p>
          <a:p>
            <a:pPr marL="984250" indent="-971550">
              <a:lnSpc>
                <a:spcPct val="100000"/>
              </a:lnSpc>
              <a:spcBef>
                <a:spcPts val="4270"/>
              </a:spcBef>
              <a:buFont typeface="Arial MT"/>
              <a:buChar char="•"/>
              <a:tabLst>
                <a:tab pos="984250" algn="l"/>
              </a:tabLst>
            </a:pPr>
            <a:r>
              <a:rPr dirty="0" sz="6950" spc="-10" b="1">
                <a:solidFill>
                  <a:srgbClr val="6AA839"/>
                </a:solidFill>
                <a:latin typeface="Arial"/>
                <a:cs typeface="Arial"/>
              </a:rPr>
              <a:t>Engagement</a:t>
            </a:r>
            <a:endParaRPr sz="6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922655">
              <a:lnSpc>
                <a:spcPct val="100000"/>
              </a:lnSpc>
              <a:spcBef>
                <a:spcPts val="130"/>
              </a:spcBef>
            </a:pPr>
            <a:r>
              <a:rPr dirty="0" sz="8000">
                <a:solidFill>
                  <a:srgbClr val="6AA839"/>
                </a:solidFill>
              </a:rPr>
              <a:t>PROBLEM</a:t>
            </a:r>
            <a:r>
              <a:rPr dirty="0" sz="8000" spc="-210">
                <a:solidFill>
                  <a:srgbClr val="6AA839"/>
                </a:solidFill>
              </a:rPr>
              <a:t> </a:t>
            </a:r>
            <a:r>
              <a:rPr dirty="0" sz="8000" spc="-30">
                <a:solidFill>
                  <a:srgbClr val="6AA839"/>
                </a:solidFill>
              </a:rPr>
              <a:t>S</a:t>
            </a:r>
            <a:r>
              <a:rPr dirty="0" sz="8000" spc="-645">
                <a:solidFill>
                  <a:srgbClr val="6AA839"/>
                </a:solidFill>
              </a:rPr>
              <a:t>T</a:t>
            </a:r>
            <a:r>
              <a:rPr dirty="0" sz="8000" spc="-555">
                <a:solidFill>
                  <a:srgbClr val="6AA839"/>
                </a:solidFill>
              </a:rPr>
              <a:t>A</a:t>
            </a:r>
            <a:r>
              <a:rPr dirty="0" sz="8000" spc="-40">
                <a:solidFill>
                  <a:srgbClr val="6AA839"/>
                </a:solidFill>
              </a:rPr>
              <a:t>T</a:t>
            </a:r>
            <a:r>
              <a:rPr dirty="0" sz="8000" spc="35">
                <a:solidFill>
                  <a:srgbClr val="6AA839"/>
                </a:solidFill>
              </a:rPr>
              <a:t>EME</a:t>
            </a:r>
            <a:r>
              <a:rPr dirty="0" sz="8000" spc="-5">
                <a:solidFill>
                  <a:srgbClr val="6AA839"/>
                </a:solidFill>
              </a:rPr>
              <a:t>N</a:t>
            </a:r>
            <a:r>
              <a:rPr dirty="0" sz="8000" spc="35">
                <a:solidFill>
                  <a:srgbClr val="6AA839"/>
                </a:solidFill>
              </a:rPr>
              <a:t>T</a:t>
            </a:r>
            <a:endParaRPr sz="8000"/>
          </a:p>
        </p:txBody>
      </p:sp>
      <p:sp>
        <p:nvSpPr>
          <p:cNvPr id="3" name="object 3" descr=""/>
          <p:cNvSpPr txBox="1"/>
          <p:nvPr/>
        </p:nvSpPr>
        <p:spPr>
          <a:xfrm>
            <a:off x="5042534" y="3849661"/>
            <a:ext cx="9559290" cy="36004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520065" indent="-507365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High</a:t>
            </a:r>
            <a:r>
              <a:rPr dirty="0" sz="3500" spc="-6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Manual</a:t>
            </a:r>
            <a:r>
              <a:rPr dirty="0" sz="3500" spc="-8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Workflow</a:t>
            </a:r>
            <a:endParaRPr sz="3500">
              <a:latin typeface="Arial"/>
              <a:cs typeface="Arial"/>
            </a:endParaRPr>
          </a:p>
          <a:p>
            <a:pPr marL="520065" marR="2480945" indent="-508000">
              <a:lnSpc>
                <a:spcPts val="4730"/>
              </a:lnSpc>
              <a:spcBef>
                <a:spcPts val="165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Lack</a:t>
            </a:r>
            <a:r>
              <a:rPr dirty="0" sz="3500" spc="-7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of</a:t>
            </a:r>
            <a:r>
              <a:rPr dirty="0" sz="3500" spc="-3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25" b="1">
                <a:solidFill>
                  <a:srgbClr val="6AA839"/>
                </a:solidFill>
                <a:latin typeface="Arial"/>
                <a:cs typeface="Arial"/>
              </a:rPr>
              <a:t>Real-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time</a:t>
            </a:r>
            <a:r>
              <a:rPr dirty="0" sz="3500" spc="-7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Monitoring</a:t>
            </a:r>
            <a:r>
              <a:rPr dirty="0" sz="3500" spc="-11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50" b="1">
                <a:solidFill>
                  <a:srgbClr val="6AA839"/>
                </a:solidFill>
                <a:latin typeface="Arial"/>
                <a:cs typeface="Arial"/>
              </a:rPr>
              <a:t>&amp;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Communication</a:t>
            </a:r>
            <a:endParaRPr sz="3500">
              <a:latin typeface="Arial"/>
              <a:cs typeface="Arial"/>
            </a:endParaRPr>
          </a:p>
          <a:p>
            <a:pPr marL="520065" marR="5080" indent="-508000">
              <a:lnSpc>
                <a:spcPts val="4650"/>
              </a:lnSpc>
              <a:spcBef>
                <a:spcPts val="65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No</a:t>
            </a:r>
            <a:r>
              <a:rPr dirty="0" sz="3500" spc="-24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Automated</a:t>
            </a:r>
            <a:r>
              <a:rPr dirty="0" sz="3500" spc="-10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Performance</a:t>
            </a:r>
            <a:r>
              <a:rPr dirty="0" sz="3500" spc="-6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&amp;</a:t>
            </a:r>
            <a:r>
              <a:rPr dirty="0" sz="3500" spc="-12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Certification System</a:t>
            </a:r>
            <a:endParaRPr sz="35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Disconnected</a:t>
            </a:r>
            <a:r>
              <a:rPr dirty="0" sz="3500" spc="-18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Learning</a:t>
            </a:r>
            <a:r>
              <a:rPr dirty="0" sz="3500" spc="-17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Workflow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69354" y="1339278"/>
            <a:ext cx="4988560" cy="12496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0" spc="-10">
                <a:solidFill>
                  <a:srgbClr val="6AA839"/>
                </a:solidFill>
              </a:rPr>
              <a:t>OBJECTIVES</a:t>
            </a:r>
            <a:endParaRPr sz="8000"/>
          </a:p>
        </p:txBody>
      </p:sp>
      <p:sp>
        <p:nvSpPr>
          <p:cNvPr id="3" name="object 3" descr=""/>
          <p:cNvSpPr txBox="1"/>
          <p:nvPr/>
        </p:nvSpPr>
        <p:spPr>
          <a:xfrm>
            <a:off x="4030726" y="3382899"/>
            <a:ext cx="10053320" cy="54451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34035" indent="-521334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534035" algn="l"/>
              </a:tabLst>
            </a:pPr>
            <a:r>
              <a:rPr dirty="0" sz="3500" spc="-25" b="1">
                <a:solidFill>
                  <a:srgbClr val="6AA839"/>
                </a:solidFill>
                <a:latin typeface="Arial"/>
                <a:cs typeface="Arial"/>
              </a:rPr>
              <a:t>ROLE-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BASED</a:t>
            </a:r>
            <a:r>
              <a:rPr dirty="0" sz="3500" spc="-114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SYSTEM</a:t>
            </a:r>
            <a:r>
              <a:rPr dirty="0" sz="3500" spc="-12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COURSE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5"/>
              </a:spcBef>
              <a:buClr>
                <a:srgbClr val="6AA839"/>
              </a:buClr>
              <a:buFont typeface="Arial MT"/>
              <a:buChar char="•"/>
            </a:pPr>
            <a:endParaRPr sz="3500">
              <a:latin typeface="Arial"/>
              <a:cs typeface="Arial"/>
            </a:endParaRPr>
          </a:p>
          <a:p>
            <a:pPr marL="534035" indent="-521334">
              <a:lnSpc>
                <a:spcPct val="100000"/>
              </a:lnSpc>
              <a:buFont typeface="Arial MT"/>
              <a:buChar char="•"/>
              <a:tabLst>
                <a:tab pos="534035" algn="l"/>
              </a:tabLst>
            </a:pP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ENROLLMENT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5"/>
              </a:spcBef>
              <a:buClr>
                <a:srgbClr val="6AA839"/>
              </a:buClr>
              <a:buFont typeface="Arial MT"/>
              <a:buChar char="•"/>
            </a:pPr>
            <a:endParaRPr sz="3500">
              <a:latin typeface="Arial"/>
              <a:cs typeface="Arial"/>
            </a:endParaRPr>
          </a:p>
          <a:p>
            <a:pPr marL="534035" indent="-521334">
              <a:lnSpc>
                <a:spcPct val="100000"/>
              </a:lnSpc>
              <a:buFont typeface="Arial MT"/>
              <a:buChar char="•"/>
              <a:tabLst>
                <a:tab pos="534035" algn="l"/>
              </a:tabLst>
            </a:pP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INSTRUCTOR</a:t>
            </a:r>
            <a:r>
              <a:rPr dirty="0" sz="3500" spc="-14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CLASS</a:t>
            </a:r>
            <a:r>
              <a:rPr dirty="0" sz="3500" spc="-15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REQUESTS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0"/>
              </a:spcBef>
              <a:buClr>
                <a:srgbClr val="6AA839"/>
              </a:buClr>
              <a:buFont typeface="Arial MT"/>
              <a:buChar char="•"/>
            </a:pPr>
            <a:endParaRPr sz="3500">
              <a:latin typeface="Arial"/>
              <a:cs typeface="Arial"/>
            </a:endParaRPr>
          </a:p>
          <a:p>
            <a:pPr marL="534035" indent="-521334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3403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LIVE</a:t>
            </a:r>
            <a:r>
              <a:rPr dirty="0" sz="3500" spc="-10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CLASSES</a:t>
            </a:r>
            <a:r>
              <a:rPr dirty="0" sz="3500" spc="-9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&amp;</a:t>
            </a:r>
            <a:r>
              <a:rPr dirty="0" sz="3500" spc="-8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GROUP</a:t>
            </a:r>
            <a:r>
              <a:rPr dirty="0" sz="3500" spc="-16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MANAGEMENT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0"/>
              </a:spcBef>
              <a:buClr>
                <a:srgbClr val="6AA839"/>
              </a:buClr>
              <a:buFont typeface="Arial MT"/>
              <a:buChar char="•"/>
            </a:pPr>
            <a:endParaRPr sz="3500">
              <a:latin typeface="Arial"/>
              <a:cs typeface="Arial"/>
            </a:endParaRPr>
          </a:p>
          <a:p>
            <a:pPr marL="534035" indent="-521334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34035" algn="l"/>
              </a:tabLst>
            </a:pPr>
            <a:r>
              <a:rPr dirty="0" sz="3500" spc="-20" b="1">
                <a:solidFill>
                  <a:srgbClr val="6AA839"/>
                </a:solidFill>
                <a:latin typeface="Arial"/>
                <a:cs typeface="Arial"/>
              </a:rPr>
              <a:t>ASSIGNMENT</a:t>
            </a:r>
            <a:r>
              <a:rPr dirty="0" sz="3500" spc="-229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AND</a:t>
            </a:r>
            <a:r>
              <a:rPr dirty="0" sz="3500" spc="-8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25" b="1">
                <a:solidFill>
                  <a:srgbClr val="6AA839"/>
                </a:solidFill>
                <a:latin typeface="Arial"/>
                <a:cs typeface="Arial"/>
              </a:rPr>
              <a:t>CERTIFICATION</a:t>
            </a:r>
            <a:r>
              <a:rPr dirty="0" sz="3500" spc="-8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SYSTEM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551430">
              <a:lnSpc>
                <a:spcPct val="100000"/>
              </a:lnSpc>
              <a:spcBef>
                <a:spcPts val="130"/>
              </a:spcBef>
            </a:pPr>
            <a:r>
              <a:rPr dirty="0" sz="8000" spc="15"/>
              <a:t>F</a:t>
            </a:r>
            <a:r>
              <a:rPr dirty="0" sz="8000" spc="-90"/>
              <a:t>E</a:t>
            </a:r>
            <a:r>
              <a:rPr dirty="0" sz="8000" spc="-655"/>
              <a:t>A</a:t>
            </a:r>
            <a:r>
              <a:rPr dirty="0" sz="8000" spc="15"/>
              <a:t>TUR</a:t>
            </a:r>
            <a:r>
              <a:rPr dirty="0" sz="8000" spc="-170"/>
              <a:t>E</a:t>
            </a:r>
            <a:r>
              <a:rPr dirty="0" sz="8000" spc="15"/>
              <a:t>S</a:t>
            </a:r>
            <a:endParaRPr sz="8000"/>
          </a:p>
        </p:txBody>
      </p:sp>
      <p:sp>
        <p:nvSpPr>
          <p:cNvPr id="3" name="object 3" descr=""/>
          <p:cNvSpPr txBox="1"/>
          <p:nvPr/>
        </p:nvSpPr>
        <p:spPr>
          <a:xfrm>
            <a:off x="4504309" y="2746438"/>
            <a:ext cx="11036300" cy="54025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520065" indent="-5073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USER</a:t>
            </a:r>
            <a:r>
              <a:rPr dirty="0" sz="3500" spc="-7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ROLES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&amp;</a:t>
            </a:r>
            <a:r>
              <a:rPr dirty="0" sz="3500" spc="-12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MANAGEMENT</a:t>
            </a:r>
            <a:endParaRPr sz="35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COURSE</a:t>
            </a:r>
            <a:r>
              <a:rPr dirty="0" sz="3500" spc="-8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&amp;</a:t>
            </a:r>
            <a:r>
              <a:rPr dirty="0" sz="3500" spc="-114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CLASS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MANAGEMENT</a:t>
            </a:r>
            <a:endParaRPr sz="35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ENROLLMENT</a:t>
            </a:r>
            <a:endParaRPr sz="35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STUDENT</a:t>
            </a:r>
            <a:r>
              <a:rPr dirty="0" sz="3500" spc="-16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GROUPING</a:t>
            </a:r>
            <a:endParaRPr sz="35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ASSIGNMENTS</a:t>
            </a:r>
            <a:r>
              <a:rPr dirty="0" sz="3500" spc="-12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&amp;</a:t>
            </a:r>
            <a:r>
              <a:rPr dirty="0" sz="3500" spc="-8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MARKING</a:t>
            </a:r>
            <a:endParaRPr sz="35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spc="-25" b="1">
                <a:solidFill>
                  <a:srgbClr val="6AA839"/>
                </a:solidFill>
                <a:latin typeface="Arial"/>
                <a:cs typeface="Arial"/>
              </a:rPr>
              <a:t>COURSE-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WISE</a:t>
            </a:r>
            <a:r>
              <a:rPr dirty="0" sz="3500" spc="-15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25" b="1">
                <a:solidFill>
                  <a:srgbClr val="6AA839"/>
                </a:solidFill>
                <a:latin typeface="Arial"/>
                <a:cs typeface="Arial"/>
              </a:rPr>
              <a:t>PASS</a:t>
            </a:r>
            <a:r>
              <a:rPr dirty="0" sz="3500" spc="-9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55" b="1">
                <a:solidFill>
                  <a:srgbClr val="6AA839"/>
                </a:solidFill>
                <a:latin typeface="Arial"/>
                <a:cs typeface="Arial"/>
              </a:rPr>
              <a:t>FAIL</a:t>
            </a:r>
            <a:r>
              <a:rPr dirty="0" sz="3500" spc="-21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AUTO</a:t>
            </a:r>
            <a:r>
              <a:rPr dirty="0" sz="3500" spc="-114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PDF</a:t>
            </a:r>
            <a:r>
              <a:rPr dirty="0" sz="3500" spc="-114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GENERATE</a:t>
            </a:r>
            <a:endParaRPr sz="35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spc="-25" b="1">
                <a:solidFill>
                  <a:srgbClr val="6AA839"/>
                </a:solidFill>
                <a:latin typeface="Arial"/>
                <a:cs typeface="Arial"/>
              </a:rPr>
              <a:t>TEACHER-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WISE</a:t>
            </a:r>
            <a:r>
              <a:rPr dirty="0" sz="3500" spc="-12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25" b="1">
                <a:solidFill>
                  <a:srgbClr val="6AA839"/>
                </a:solidFill>
                <a:latin typeface="Arial"/>
                <a:cs typeface="Arial"/>
              </a:rPr>
              <a:t>PASS</a:t>
            </a:r>
            <a:r>
              <a:rPr dirty="0" sz="3500" spc="-11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40" b="1">
                <a:solidFill>
                  <a:srgbClr val="6AA839"/>
                </a:solidFill>
                <a:latin typeface="Arial"/>
                <a:cs typeface="Arial"/>
              </a:rPr>
              <a:t>FAIL</a:t>
            </a:r>
            <a:r>
              <a:rPr dirty="0" sz="3500" spc="-204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REPORT</a:t>
            </a:r>
            <a:endParaRPr sz="35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LIVE</a:t>
            </a:r>
            <a:r>
              <a:rPr dirty="0" sz="3500" spc="-6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30" b="1">
                <a:solidFill>
                  <a:srgbClr val="6AA839"/>
                </a:solidFill>
                <a:latin typeface="Arial"/>
                <a:cs typeface="Arial"/>
              </a:rPr>
              <a:t>NOTIFICATIONS</a:t>
            </a:r>
            <a:r>
              <a:rPr dirty="0" sz="3500" spc="-6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6AA839"/>
                </a:solidFill>
                <a:latin typeface="Arial"/>
                <a:cs typeface="Arial"/>
              </a:rPr>
              <a:t>&amp;</a:t>
            </a:r>
            <a:r>
              <a:rPr dirty="0" sz="3500" spc="-40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COMMUNICATION</a:t>
            </a:r>
            <a:endParaRPr sz="35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z="3500" spc="-25" b="1">
                <a:solidFill>
                  <a:srgbClr val="6AA839"/>
                </a:solidFill>
                <a:latin typeface="Arial"/>
                <a:cs typeface="Arial"/>
              </a:rPr>
              <a:t>CERTIFICATION</a:t>
            </a:r>
            <a:r>
              <a:rPr dirty="0" sz="3500" spc="-155" b="1">
                <a:solidFill>
                  <a:srgbClr val="6AA839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6AA839"/>
                </a:solidFill>
                <a:latin typeface="Arial"/>
                <a:cs typeface="Arial"/>
              </a:rPr>
              <a:t>SYSTEM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818515">
              <a:lnSpc>
                <a:spcPct val="100000"/>
              </a:lnSpc>
              <a:spcBef>
                <a:spcPts val="130"/>
              </a:spcBef>
            </a:pPr>
            <a:r>
              <a:rPr dirty="0" sz="8000">
                <a:solidFill>
                  <a:srgbClr val="6AA839"/>
                </a:solidFill>
              </a:rPr>
              <a:t>SCHEMA</a:t>
            </a:r>
            <a:r>
              <a:rPr dirty="0" sz="8000" spc="-125">
                <a:solidFill>
                  <a:srgbClr val="6AA839"/>
                </a:solidFill>
              </a:rPr>
              <a:t> </a:t>
            </a:r>
            <a:r>
              <a:rPr dirty="0" sz="8000" spc="-10">
                <a:solidFill>
                  <a:srgbClr val="6AA839"/>
                </a:solidFill>
              </a:rPr>
              <a:t>DIAGRAM</a:t>
            </a:r>
            <a:endParaRPr sz="8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825" y="2143125"/>
            <a:ext cx="13839825" cy="7419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18029" y="3808984"/>
            <a:ext cx="3288665" cy="25482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30"/>
              </a:spcBef>
            </a:pPr>
            <a:r>
              <a:rPr dirty="0" sz="5150" spc="-200">
                <a:solidFill>
                  <a:srgbClr val="6AA839"/>
                </a:solidFill>
                <a:latin typeface="Arial Black"/>
                <a:cs typeface="Arial Black"/>
              </a:rPr>
              <a:t>Frontend</a:t>
            </a:r>
            <a:endParaRPr sz="5150">
              <a:latin typeface="Arial Black"/>
              <a:cs typeface="Arial Black"/>
            </a:endParaRPr>
          </a:p>
          <a:p>
            <a:pPr marL="379730" indent="-367030">
              <a:lnSpc>
                <a:spcPct val="100000"/>
              </a:lnSpc>
              <a:spcBef>
                <a:spcPts val="4820"/>
              </a:spcBef>
              <a:buFont typeface="Arial MT"/>
              <a:buChar char="•"/>
              <a:tabLst>
                <a:tab pos="379730" algn="l"/>
              </a:tabLst>
            </a:pPr>
            <a:r>
              <a:rPr dirty="0" sz="3350" spc="-10">
                <a:solidFill>
                  <a:srgbClr val="6AA839"/>
                </a:solidFill>
                <a:latin typeface="Lucida Sans Unicode"/>
                <a:cs typeface="Lucida Sans Unicode"/>
              </a:rPr>
              <a:t>React.js</a:t>
            </a:r>
            <a:endParaRPr sz="3350">
              <a:latin typeface="Lucida Sans Unicode"/>
              <a:cs typeface="Lucida Sans Unicode"/>
            </a:endParaRPr>
          </a:p>
          <a:p>
            <a:pPr marL="379730" indent="-36703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379730" algn="l"/>
              </a:tabLst>
            </a:pPr>
            <a:r>
              <a:rPr dirty="0" sz="3350">
                <a:solidFill>
                  <a:srgbClr val="6AA839"/>
                </a:solidFill>
                <a:latin typeface="Lucida Sans Unicode"/>
                <a:cs typeface="Lucida Sans Unicode"/>
              </a:rPr>
              <a:t>Tailwind</a:t>
            </a:r>
            <a:r>
              <a:rPr dirty="0" sz="3350" spc="-165">
                <a:solidFill>
                  <a:srgbClr val="6AA839"/>
                </a:solidFill>
                <a:latin typeface="Lucida Sans Unicode"/>
                <a:cs typeface="Lucida Sans Unicode"/>
              </a:rPr>
              <a:t> </a:t>
            </a:r>
            <a:r>
              <a:rPr dirty="0" sz="3350" spc="150">
                <a:solidFill>
                  <a:srgbClr val="6AA839"/>
                </a:solidFill>
                <a:latin typeface="Lucida Sans Unicode"/>
                <a:cs typeface="Lucida Sans Unicode"/>
              </a:rPr>
              <a:t>CSS</a:t>
            </a:r>
            <a:endParaRPr sz="3350">
              <a:latin typeface="Lucida Sans Unicode"/>
              <a:cs typeface="Lucida Sans Unicod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10601" y="3808984"/>
            <a:ext cx="2834640" cy="2439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130"/>
              </a:spcBef>
            </a:pPr>
            <a:r>
              <a:rPr dirty="0" sz="5150" spc="-405">
                <a:solidFill>
                  <a:srgbClr val="6AA839"/>
                </a:solidFill>
                <a:latin typeface="Arial Black"/>
                <a:cs typeface="Arial Black"/>
              </a:rPr>
              <a:t>Backend</a:t>
            </a:r>
            <a:endParaRPr sz="5150">
              <a:latin typeface="Arial Black"/>
              <a:cs typeface="Arial Black"/>
            </a:endParaRPr>
          </a:p>
          <a:p>
            <a:pPr marL="379730" indent="-367030">
              <a:lnSpc>
                <a:spcPct val="100000"/>
              </a:lnSpc>
              <a:spcBef>
                <a:spcPts val="3960"/>
              </a:spcBef>
              <a:buFont typeface="Arial MT"/>
              <a:buChar char="•"/>
              <a:tabLst>
                <a:tab pos="379730" algn="l"/>
              </a:tabLst>
            </a:pPr>
            <a:r>
              <a:rPr dirty="0" sz="3350" spc="-10">
                <a:solidFill>
                  <a:srgbClr val="6AA839"/>
                </a:solidFill>
                <a:latin typeface="Lucida Sans Unicode"/>
                <a:cs typeface="Lucida Sans Unicode"/>
              </a:rPr>
              <a:t>Node.js</a:t>
            </a:r>
            <a:endParaRPr sz="3350">
              <a:latin typeface="Lucida Sans Unicode"/>
              <a:cs typeface="Lucida Sans Unicode"/>
            </a:endParaRPr>
          </a:p>
          <a:p>
            <a:pPr marL="379730" indent="-36703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379730" algn="l"/>
              </a:tabLst>
            </a:pPr>
            <a:r>
              <a:rPr dirty="0" sz="3350" spc="-10">
                <a:solidFill>
                  <a:srgbClr val="6AA839"/>
                </a:solidFill>
                <a:latin typeface="Lucida Sans Unicode"/>
                <a:cs typeface="Lucida Sans Unicode"/>
              </a:rPr>
              <a:t>Express.js</a:t>
            </a:r>
            <a:endParaRPr sz="33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877165" y="3804539"/>
            <a:ext cx="3084830" cy="194246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30"/>
              </a:spcBef>
            </a:pPr>
            <a:r>
              <a:rPr dirty="0" sz="5150" spc="-370">
                <a:solidFill>
                  <a:srgbClr val="6AA839"/>
                </a:solidFill>
                <a:latin typeface="Arial Black"/>
                <a:cs typeface="Arial Black"/>
              </a:rPr>
              <a:t>Database</a:t>
            </a:r>
            <a:endParaRPr sz="5150">
              <a:latin typeface="Arial Black"/>
              <a:cs typeface="Arial Black"/>
            </a:endParaRPr>
          </a:p>
          <a:p>
            <a:pPr marL="379730" indent="-367030">
              <a:lnSpc>
                <a:spcPct val="100000"/>
              </a:lnSpc>
              <a:spcBef>
                <a:spcPts val="4855"/>
              </a:spcBef>
              <a:buFont typeface="Arial MT"/>
              <a:buChar char="•"/>
              <a:tabLst>
                <a:tab pos="379730" algn="l"/>
              </a:tabLst>
            </a:pPr>
            <a:r>
              <a:rPr dirty="0" sz="3350" spc="60">
                <a:solidFill>
                  <a:srgbClr val="6AA839"/>
                </a:solidFill>
                <a:latin typeface="Lucida Sans Unicode"/>
                <a:cs typeface="Lucida Sans Unicode"/>
              </a:rPr>
              <a:t>MongoDB</a:t>
            </a:r>
            <a:endParaRPr sz="33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3611" rIns="0" bIns="0" rtlCol="0" vert="horz">
            <a:spAutoFit/>
          </a:bodyPr>
          <a:lstStyle/>
          <a:p>
            <a:pPr marL="2143760">
              <a:lnSpc>
                <a:spcPct val="100000"/>
              </a:lnSpc>
              <a:spcBef>
                <a:spcPts val="130"/>
              </a:spcBef>
            </a:pPr>
            <a:r>
              <a:rPr dirty="0" sz="8000" spc="-35"/>
              <a:t>TECHNOLOGY</a:t>
            </a:r>
            <a:endParaRPr sz="8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58330" y="988377"/>
            <a:ext cx="5194935" cy="12496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0"/>
              <a:t>HOME</a:t>
            </a:r>
            <a:r>
              <a:rPr dirty="0" sz="8000" spc="-75"/>
              <a:t> </a:t>
            </a:r>
            <a:r>
              <a:rPr dirty="0" sz="8000" spc="-545"/>
              <a:t>P</a:t>
            </a:r>
            <a:r>
              <a:rPr dirty="0" sz="8000" spc="-10"/>
              <a:t>A</a:t>
            </a:r>
            <a:r>
              <a:rPr dirty="0" sz="8000" spc="55"/>
              <a:t>GE</a:t>
            </a:r>
            <a:endParaRPr sz="8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9350" y="2505075"/>
            <a:ext cx="13468350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881630">
              <a:lnSpc>
                <a:spcPct val="100000"/>
              </a:lnSpc>
              <a:spcBef>
                <a:spcPts val="130"/>
              </a:spcBef>
            </a:pPr>
            <a:r>
              <a:rPr dirty="0" sz="8000"/>
              <a:t>SIGN</a:t>
            </a:r>
            <a:r>
              <a:rPr dirty="0" sz="8000" spc="-10"/>
              <a:t> </a:t>
            </a:r>
            <a:r>
              <a:rPr dirty="0" sz="8000" spc="-25"/>
              <a:t>UP!</a:t>
            </a:r>
            <a:endParaRPr sz="8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9875" y="2286000"/>
            <a:ext cx="12915900" cy="6867525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533750" y="0"/>
            <a:ext cx="4057650" cy="1858645"/>
            <a:chOff x="533750" y="0"/>
            <a:chExt cx="4057650" cy="185864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4086" y="1216636"/>
              <a:ext cx="80727" cy="8075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0091" y="0"/>
              <a:ext cx="181097" cy="16063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33742" y="12"/>
              <a:ext cx="4006850" cy="1858645"/>
            </a:xfrm>
            <a:custGeom>
              <a:avLst/>
              <a:gdLst/>
              <a:ahLst/>
              <a:cxnLst/>
              <a:rect l="l" t="t" r="r" b="b"/>
              <a:pathLst>
                <a:path w="4006850" h="1858645">
                  <a:moveTo>
                    <a:pt x="1157236" y="1667865"/>
                  </a:moveTo>
                  <a:lnTo>
                    <a:pt x="159893" y="670433"/>
                  </a:lnTo>
                  <a:lnTo>
                    <a:pt x="181305" y="715543"/>
                  </a:lnTo>
                  <a:lnTo>
                    <a:pt x="203898" y="760222"/>
                  </a:lnTo>
                  <a:lnTo>
                    <a:pt x="227672" y="804456"/>
                  </a:lnTo>
                  <a:lnTo>
                    <a:pt x="252628" y="848220"/>
                  </a:lnTo>
                  <a:lnTo>
                    <a:pt x="278765" y="891489"/>
                  </a:lnTo>
                  <a:lnTo>
                    <a:pt x="306082" y="934237"/>
                  </a:lnTo>
                  <a:lnTo>
                    <a:pt x="334581" y="976426"/>
                  </a:lnTo>
                  <a:lnTo>
                    <a:pt x="364248" y="1018057"/>
                  </a:lnTo>
                  <a:lnTo>
                    <a:pt x="395109" y="1059078"/>
                  </a:lnTo>
                  <a:lnTo>
                    <a:pt x="427139" y="1099464"/>
                  </a:lnTo>
                  <a:lnTo>
                    <a:pt x="460362" y="1139215"/>
                  </a:lnTo>
                  <a:lnTo>
                    <a:pt x="494753" y="1178267"/>
                  </a:lnTo>
                  <a:lnTo>
                    <a:pt x="530339" y="1216634"/>
                  </a:lnTo>
                  <a:lnTo>
                    <a:pt x="611060" y="1297381"/>
                  </a:lnTo>
                  <a:lnTo>
                    <a:pt x="649414" y="1332966"/>
                  </a:lnTo>
                  <a:lnTo>
                    <a:pt x="688479" y="1367370"/>
                  </a:lnTo>
                  <a:lnTo>
                    <a:pt x="728218" y="1400581"/>
                  </a:lnTo>
                  <a:lnTo>
                    <a:pt x="768616" y="1432623"/>
                  </a:lnTo>
                  <a:lnTo>
                    <a:pt x="809637" y="1463484"/>
                  </a:lnTo>
                  <a:lnTo>
                    <a:pt x="851255" y="1493164"/>
                  </a:lnTo>
                  <a:lnTo>
                    <a:pt x="893445" y="1521663"/>
                  </a:lnTo>
                  <a:lnTo>
                    <a:pt x="936193" y="1548980"/>
                  </a:lnTo>
                  <a:lnTo>
                    <a:pt x="979462" y="1575117"/>
                  </a:lnTo>
                  <a:lnTo>
                    <a:pt x="1023226" y="1600073"/>
                  </a:lnTo>
                  <a:lnTo>
                    <a:pt x="1067460" y="1623847"/>
                  </a:lnTo>
                  <a:lnTo>
                    <a:pt x="1112139" y="1646440"/>
                  </a:lnTo>
                  <a:lnTo>
                    <a:pt x="1157236" y="1667865"/>
                  </a:lnTo>
                  <a:close/>
                </a:path>
                <a:path w="4006850" h="1858645">
                  <a:moveTo>
                    <a:pt x="1667002" y="1827771"/>
                  </a:moveTo>
                  <a:lnTo>
                    <a:pt x="0" y="160629"/>
                  </a:lnTo>
                  <a:lnTo>
                    <a:pt x="8940" y="206984"/>
                  </a:lnTo>
                  <a:lnTo>
                    <a:pt x="18719" y="252971"/>
                  </a:lnTo>
                  <a:lnTo>
                    <a:pt x="29413" y="298564"/>
                  </a:lnTo>
                  <a:lnTo>
                    <a:pt x="41084" y="343776"/>
                  </a:lnTo>
                  <a:lnTo>
                    <a:pt x="53822" y="388607"/>
                  </a:lnTo>
                  <a:lnTo>
                    <a:pt x="1439037" y="1773936"/>
                  </a:lnTo>
                  <a:lnTo>
                    <a:pt x="1484630" y="1786674"/>
                  </a:lnTo>
                  <a:lnTo>
                    <a:pt x="1530223" y="1798358"/>
                  </a:lnTo>
                  <a:lnTo>
                    <a:pt x="1575816" y="1809038"/>
                  </a:lnTo>
                  <a:lnTo>
                    <a:pt x="1621409" y="1818817"/>
                  </a:lnTo>
                  <a:lnTo>
                    <a:pt x="1667002" y="1827771"/>
                  </a:lnTo>
                  <a:close/>
                </a:path>
                <a:path w="4006850" h="1858645">
                  <a:moveTo>
                    <a:pt x="2048535" y="1857844"/>
                  </a:moveTo>
                  <a:lnTo>
                    <a:pt x="190830" y="0"/>
                  </a:lnTo>
                  <a:lnTo>
                    <a:pt x="15087" y="0"/>
                  </a:lnTo>
                  <a:lnTo>
                    <a:pt x="1868043" y="1853095"/>
                  </a:lnTo>
                  <a:lnTo>
                    <a:pt x="1913166" y="1856066"/>
                  </a:lnTo>
                  <a:lnTo>
                    <a:pt x="1958289" y="1857844"/>
                  </a:lnTo>
                  <a:lnTo>
                    <a:pt x="2003412" y="1858441"/>
                  </a:lnTo>
                  <a:lnTo>
                    <a:pt x="2048535" y="1857844"/>
                  </a:lnTo>
                  <a:close/>
                </a:path>
                <a:path w="4006850" h="1858645">
                  <a:moveTo>
                    <a:pt x="2369883" y="1827771"/>
                  </a:moveTo>
                  <a:lnTo>
                    <a:pt x="541083" y="0"/>
                  </a:lnTo>
                  <a:lnTo>
                    <a:pt x="366560" y="0"/>
                  </a:lnTo>
                  <a:lnTo>
                    <a:pt x="2214791" y="1848345"/>
                  </a:lnTo>
                  <a:lnTo>
                    <a:pt x="2253653" y="1844243"/>
                  </a:lnTo>
                  <a:lnTo>
                    <a:pt x="2292261" y="1839239"/>
                  </a:lnTo>
                  <a:lnTo>
                    <a:pt x="2369883" y="1827771"/>
                  </a:lnTo>
                  <a:close/>
                </a:path>
                <a:path w="4006850" h="1858645">
                  <a:moveTo>
                    <a:pt x="2651772" y="1758099"/>
                  </a:moveTo>
                  <a:lnTo>
                    <a:pt x="892632" y="0"/>
                  </a:lnTo>
                  <a:lnTo>
                    <a:pt x="717969" y="0"/>
                  </a:lnTo>
                  <a:lnTo>
                    <a:pt x="2515463" y="1797685"/>
                  </a:lnTo>
                  <a:lnTo>
                    <a:pt x="2549944" y="1789049"/>
                  </a:lnTo>
                  <a:lnTo>
                    <a:pt x="2584246" y="1779676"/>
                  </a:lnTo>
                  <a:lnTo>
                    <a:pt x="2618244" y="1769414"/>
                  </a:lnTo>
                  <a:lnTo>
                    <a:pt x="2651772" y="1758099"/>
                  </a:lnTo>
                  <a:close/>
                </a:path>
                <a:path w="4006850" h="1858645">
                  <a:moveTo>
                    <a:pt x="2901810" y="1656778"/>
                  </a:moveTo>
                  <a:lnTo>
                    <a:pt x="1244168" y="0"/>
                  </a:lnTo>
                  <a:lnTo>
                    <a:pt x="1069479" y="0"/>
                  </a:lnTo>
                  <a:lnTo>
                    <a:pt x="2779852" y="1710613"/>
                  </a:lnTo>
                  <a:lnTo>
                    <a:pt x="2810687" y="1698193"/>
                  </a:lnTo>
                  <a:lnTo>
                    <a:pt x="2841383" y="1684883"/>
                  </a:lnTo>
                  <a:lnTo>
                    <a:pt x="2871800" y="1670977"/>
                  </a:lnTo>
                  <a:lnTo>
                    <a:pt x="2901810" y="1656778"/>
                  </a:lnTo>
                  <a:close/>
                </a:path>
                <a:path w="4006850" h="1858645">
                  <a:moveTo>
                    <a:pt x="3126511" y="1531696"/>
                  </a:moveTo>
                  <a:lnTo>
                    <a:pt x="1595031" y="0"/>
                  </a:lnTo>
                  <a:lnTo>
                    <a:pt x="1419326" y="0"/>
                  </a:lnTo>
                  <a:lnTo>
                    <a:pt x="3017431" y="1598193"/>
                  </a:lnTo>
                  <a:lnTo>
                    <a:pt x="3044685" y="1582458"/>
                  </a:lnTo>
                  <a:lnTo>
                    <a:pt x="3071977" y="1566138"/>
                  </a:lnTo>
                  <a:lnTo>
                    <a:pt x="3099270" y="1549222"/>
                  </a:lnTo>
                  <a:lnTo>
                    <a:pt x="3126511" y="1531696"/>
                  </a:lnTo>
                  <a:close/>
                </a:path>
                <a:path w="4006850" h="1858645">
                  <a:moveTo>
                    <a:pt x="3329292" y="1382890"/>
                  </a:moveTo>
                  <a:lnTo>
                    <a:pt x="1946478" y="0"/>
                  </a:lnTo>
                  <a:lnTo>
                    <a:pt x="1770799" y="0"/>
                  </a:lnTo>
                  <a:lnTo>
                    <a:pt x="3231172" y="1460461"/>
                  </a:lnTo>
                  <a:lnTo>
                    <a:pt x="3280778" y="1422260"/>
                  </a:lnTo>
                  <a:lnTo>
                    <a:pt x="3305264" y="1402791"/>
                  </a:lnTo>
                  <a:lnTo>
                    <a:pt x="3329292" y="1382890"/>
                  </a:lnTo>
                  <a:close/>
                </a:path>
                <a:path w="4006850" h="1858645">
                  <a:moveTo>
                    <a:pt x="3509683" y="1213459"/>
                  </a:moveTo>
                  <a:lnTo>
                    <a:pt x="2296299" y="0"/>
                  </a:lnTo>
                  <a:lnTo>
                    <a:pt x="2122170" y="0"/>
                  </a:lnTo>
                  <a:lnTo>
                    <a:pt x="3422548" y="1300556"/>
                  </a:lnTo>
                  <a:lnTo>
                    <a:pt x="3467062" y="1257795"/>
                  </a:lnTo>
                  <a:lnTo>
                    <a:pt x="3509683" y="1213459"/>
                  </a:lnTo>
                  <a:close/>
                </a:path>
                <a:path w="4006850" h="1858645">
                  <a:moveTo>
                    <a:pt x="3669627" y="1021905"/>
                  </a:moveTo>
                  <a:lnTo>
                    <a:pt x="2647785" y="0"/>
                  </a:lnTo>
                  <a:lnTo>
                    <a:pt x="2472055" y="0"/>
                  </a:lnTo>
                  <a:lnTo>
                    <a:pt x="3591979" y="1120076"/>
                  </a:lnTo>
                  <a:lnTo>
                    <a:pt x="3611943" y="1096048"/>
                  </a:lnTo>
                  <a:lnTo>
                    <a:pt x="3631438" y="1071587"/>
                  </a:lnTo>
                  <a:lnTo>
                    <a:pt x="3669627" y="1021905"/>
                  </a:lnTo>
                  <a:close/>
                </a:path>
                <a:path w="4006850" h="1858645">
                  <a:moveTo>
                    <a:pt x="3807409" y="808164"/>
                  </a:moveTo>
                  <a:lnTo>
                    <a:pt x="2999282" y="0"/>
                  </a:lnTo>
                  <a:lnTo>
                    <a:pt x="2823591" y="0"/>
                  </a:lnTo>
                  <a:lnTo>
                    <a:pt x="3740937" y="917409"/>
                  </a:lnTo>
                  <a:lnTo>
                    <a:pt x="3758387" y="890104"/>
                  </a:lnTo>
                  <a:lnTo>
                    <a:pt x="3775278" y="862787"/>
                  </a:lnTo>
                  <a:lnTo>
                    <a:pt x="3791623" y="835482"/>
                  </a:lnTo>
                  <a:lnTo>
                    <a:pt x="3807409" y="808164"/>
                  </a:lnTo>
                  <a:close/>
                </a:path>
                <a:path w="4006850" h="1858645">
                  <a:moveTo>
                    <a:pt x="3919651" y="570687"/>
                  </a:moveTo>
                  <a:lnTo>
                    <a:pt x="3349040" y="0"/>
                  </a:lnTo>
                  <a:lnTo>
                    <a:pt x="3173349" y="0"/>
                  </a:lnTo>
                  <a:lnTo>
                    <a:pt x="3865854" y="692594"/>
                  </a:lnTo>
                  <a:lnTo>
                    <a:pt x="3879837" y="662635"/>
                  </a:lnTo>
                  <a:lnTo>
                    <a:pt x="3906621" y="601535"/>
                  </a:lnTo>
                  <a:lnTo>
                    <a:pt x="3919651" y="570687"/>
                  </a:lnTo>
                  <a:close/>
                </a:path>
                <a:path w="4006850" h="1858645">
                  <a:moveTo>
                    <a:pt x="4006799" y="304711"/>
                  </a:moveTo>
                  <a:lnTo>
                    <a:pt x="3701923" y="0"/>
                  </a:lnTo>
                  <a:lnTo>
                    <a:pt x="3526332" y="0"/>
                  </a:lnTo>
                  <a:lnTo>
                    <a:pt x="3967137" y="440855"/>
                  </a:lnTo>
                  <a:lnTo>
                    <a:pt x="3987596" y="372783"/>
                  </a:lnTo>
                  <a:lnTo>
                    <a:pt x="4006799" y="304711"/>
                  </a:lnTo>
                  <a:close/>
                </a:path>
              </a:pathLst>
            </a:custGeom>
            <a:solidFill>
              <a:srgbClr val="DBE3D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3186430" cy="2378710"/>
          </a:xfrm>
          <a:custGeom>
            <a:avLst/>
            <a:gdLst/>
            <a:ahLst/>
            <a:cxnLst/>
            <a:rect l="l" t="t" r="r" b="b"/>
            <a:pathLst>
              <a:path w="3186430" h="2378710">
                <a:moveTo>
                  <a:pt x="190" y="2378386"/>
                </a:moveTo>
                <a:lnTo>
                  <a:pt x="0" y="2378386"/>
                </a:lnTo>
                <a:lnTo>
                  <a:pt x="0" y="0"/>
                </a:lnTo>
                <a:lnTo>
                  <a:pt x="3186323" y="0"/>
                </a:lnTo>
                <a:lnTo>
                  <a:pt x="3163670" y="73790"/>
                </a:lnTo>
                <a:lnTo>
                  <a:pt x="3149391" y="117251"/>
                </a:lnTo>
                <a:lnTo>
                  <a:pt x="3134532" y="160446"/>
                </a:lnTo>
                <a:lnTo>
                  <a:pt x="3119097" y="203371"/>
                </a:lnTo>
                <a:lnTo>
                  <a:pt x="3103090" y="246020"/>
                </a:lnTo>
                <a:lnTo>
                  <a:pt x="3086517" y="288389"/>
                </a:lnTo>
                <a:lnTo>
                  <a:pt x="3069382" y="330473"/>
                </a:lnTo>
                <a:lnTo>
                  <a:pt x="3051690" y="372267"/>
                </a:lnTo>
                <a:lnTo>
                  <a:pt x="3033445" y="413768"/>
                </a:lnTo>
                <a:lnTo>
                  <a:pt x="3014652" y="454970"/>
                </a:lnTo>
                <a:lnTo>
                  <a:pt x="2995316" y="495870"/>
                </a:lnTo>
                <a:lnTo>
                  <a:pt x="2975440" y="536461"/>
                </a:lnTo>
                <a:lnTo>
                  <a:pt x="2955031" y="576740"/>
                </a:lnTo>
                <a:lnTo>
                  <a:pt x="2934092" y="616702"/>
                </a:lnTo>
                <a:lnTo>
                  <a:pt x="2912627" y="656342"/>
                </a:lnTo>
                <a:lnTo>
                  <a:pt x="2890643" y="695656"/>
                </a:lnTo>
                <a:lnTo>
                  <a:pt x="2868143" y="734639"/>
                </a:lnTo>
                <a:lnTo>
                  <a:pt x="2845131" y="773287"/>
                </a:lnTo>
                <a:lnTo>
                  <a:pt x="2821613" y="811594"/>
                </a:lnTo>
                <a:lnTo>
                  <a:pt x="2797593" y="849557"/>
                </a:lnTo>
                <a:lnTo>
                  <a:pt x="2773076" y="887171"/>
                </a:lnTo>
                <a:lnTo>
                  <a:pt x="2748066" y="924431"/>
                </a:lnTo>
                <a:lnTo>
                  <a:pt x="2722568" y="961332"/>
                </a:lnTo>
                <a:lnTo>
                  <a:pt x="2696587" y="997870"/>
                </a:lnTo>
                <a:lnTo>
                  <a:pt x="2670127" y="1034040"/>
                </a:lnTo>
                <a:lnTo>
                  <a:pt x="2643192" y="1069838"/>
                </a:lnTo>
                <a:lnTo>
                  <a:pt x="2615788" y="1105259"/>
                </a:lnTo>
                <a:lnTo>
                  <a:pt x="2587919" y="1140298"/>
                </a:lnTo>
                <a:lnTo>
                  <a:pt x="2559590" y="1174952"/>
                </a:lnTo>
                <a:lnTo>
                  <a:pt x="2530805" y="1209214"/>
                </a:lnTo>
                <a:lnTo>
                  <a:pt x="2501568" y="1243081"/>
                </a:lnTo>
                <a:lnTo>
                  <a:pt x="2471885" y="1276548"/>
                </a:lnTo>
                <a:lnTo>
                  <a:pt x="2441761" y="1309610"/>
                </a:lnTo>
                <a:lnTo>
                  <a:pt x="2411199" y="1342263"/>
                </a:lnTo>
                <a:lnTo>
                  <a:pt x="2380204" y="1374502"/>
                </a:lnTo>
                <a:lnTo>
                  <a:pt x="2348781" y="1406323"/>
                </a:lnTo>
                <a:lnTo>
                  <a:pt x="2316935" y="1437720"/>
                </a:lnTo>
                <a:lnTo>
                  <a:pt x="2284670" y="1468690"/>
                </a:lnTo>
                <a:lnTo>
                  <a:pt x="2251991" y="1499228"/>
                </a:lnTo>
                <a:lnTo>
                  <a:pt x="2218902" y="1529328"/>
                </a:lnTo>
                <a:lnTo>
                  <a:pt x="2185409" y="1558987"/>
                </a:lnTo>
                <a:lnTo>
                  <a:pt x="2151515" y="1588200"/>
                </a:lnTo>
                <a:lnTo>
                  <a:pt x="2117225" y="1616962"/>
                </a:lnTo>
                <a:lnTo>
                  <a:pt x="2082544" y="1645269"/>
                </a:lnTo>
                <a:lnTo>
                  <a:pt x="2047476" y="1673115"/>
                </a:lnTo>
                <a:lnTo>
                  <a:pt x="2012027" y="1700497"/>
                </a:lnTo>
                <a:lnTo>
                  <a:pt x="1976200" y="1727410"/>
                </a:lnTo>
                <a:lnTo>
                  <a:pt x="1940001" y="1753849"/>
                </a:lnTo>
                <a:lnTo>
                  <a:pt x="1903434" y="1779810"/>
                </a:lnTo>
                <a:lnTo>
                  <a:pt x="1866503" y="1805287"/>
                </a:lnTo>
                <a:lnTo>
                  <a:pt x="1829214" y="1830277"/>
                </a:lnTo>
                <a:lnTo>
                  <a:pt x="1791570" y="1854774"/>
                </a:lnTo>
                <a:lnTo>
                  <a:pt x="1753577" y="1878775"/>
                </a:lnTo>
                <a:lnTo>
                  <a:pt x="1715238" y="1902274"/>
                </a:lnTo>
                <a:lnTo>
                  <a:pt x="1676560" y="1925267"/>
                </a:lnTo>
                <a:lnTo>
                  <a:pt x="1637545" y="1947749"/>
                </a:lnTo>
                <a:lnTo>
                  <a:pt x="1598200" y="1969716"/>
                </a:lnTo>
                <a:lnTo>
                  <a:pt x="1558528" y="1991163"/>
                </a:lnTo>
                <a:lnTo>
                  <a:pt x="1518534" y="2012085"/>
                </a:lnTo>
                <a:lnTo>
                  <a:pt x="1478223" y="2032479"/>
                </a:lnTo>
                <a:lnTo>
                  <a:pt x="1437600" y="2052338"/>
                </a:lnTo>
                <a:lnTo>
                  <a:pt x="1396668" y="2071659"/>
                </a:lnTo>
                <a:lnTo>
                  <a:pt x="1355433" y="2090437"/>
                </a:lnTo>
                <a:lnTo>
                  <a:pt x="1313899" y="2108667"/>
                </a:lnTo>
                <a:lnTo>
                  <a:pt x="1272071" y="2126345"/>
                </a:lnTo>
                <a:lnTo>
                  <a:pt x="1229953" y="2143466"/>
                </a:lnTo>
                <a:lnTo>
                  <a:pt x="1187550" y="2160026"/>
                </a:lnTo>
                <a:lnTo>
                  <a:pt x="1144867" y="2176019"/>
                </a:lnTo>
                <a:lnTo>
                  <a:pt x="1101909" y="2191442"/>
                </a:lnTo>
                <a:lnTo>
                  <a:pt x="1058679" y="2206290"/>
                </a:lnTo>
                <a:lnTo>
                  <a:pt x="1015183" y="2220557"/>
                </a:lnTo>
                <a:lnTo>
                  <a:pt x="971425" y="2234240"/>
                </a:lnTo>
                <a:lnTo>
                  <a:pt x="927409" y="2247334"/>
                </a:lnTo>
                <a:lnTo>
                  <a:pt x="883141" y="2259835"/>
                </a:lnTo>
                <a:lnTo>
                  <a:pt x="838625" y="2271736"/>
                </a:lnTo>
                <a:lnTo>
                  <a:pt x="793866" y="2283035"/>
                </a:lnTo>
                <a:lnTo>
                  <a:pt x="748868" y="2293726"/>
                </a:lnTo>
                <a:lnTo>
                  <a:pt x="703635" y="2303805"/>
                </a:lnTo>
                <a:lnTo>
                  <a:pt x="658174" y="2313267"/>
                </a:lnTo>
                <a:lnTo>
                  <a:pt x="612487" y="2322108"/>
                </a:lnTo>
                <a:lnTo>
                  <a:pt x="566580" y="2330323"/>
                </a:lnTo>
                <a:lnTo>
                  <a:pt x="520457" y="2337907"/>
                </a:lnTo>
                <a:lnTo>
                  <a:pt x="474123" y="2344855"/>
                </a:lnTo>
                <a:lnTo>
                  <a:pt x="427582" y="2351164"/>
                </a:lnTo>
                <a:lnTo>
                  <a:pt x="380840" y="2356829"/>
                </a:lnTo>
                <a:lnTo>
                  <a:pt x="333901" y="2361844"/>
                </a:lnTo>
                <a:lnTo>
                  <a:pt x="286769" y="2366205"/>
                </a:lnTo>
                <a:lnTo>
                  <a:pt x="239449" y="2369908"/>
                </a:lnTo>
                <a:lnTo>
                  <a:pt x="191945" y="2372949"/>
                </a:lnTo>
                <a:lnTo>
                  <a:pt x="144263" y="2375321"/>
                </a:lnTo>
                <a:lnTo>
                  <a:pt x="96407" y="2377022"/>
                </a:lnTo>
                <a:lnTo>
                  <a:pt x="48381" y="2378045"/>
                </a:lnTo>
                <a:lnTo>
                  <a:pt x="190" y="2378386"/>
                </a:lnTo>
                <a:close/>
              </a:path>
            </a:pathLst>
          </a:custGeom>
          <a:solidFill>
            <a:srgbClr val="6AA83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6235123" y="0"/>
            <a:ext cx="2052955" cy="1446530"/>
            <a:chOff x="16235123" y="0"/>
            <a:chExt cx="2052955" cy="1446530"/>
          </a:xfrm>
        </p:grpSpPr>
        <p:sp>
          <p:nvSpPr>
            <p:cNvPr id="4" name="object 4" descr=""/>
            <p:cNvSpPr/>
            <p:nvPr/>
          </p:nvSpPr>
          <p:spPr>
            <a:xfrm>
              <a:off x="16235123" y="0"/>
              <a:ext cx="2052955" cy="1024890"/>
            </a:xfrm>
            <a:custGeom>
              <a:avLst/>
              <a:gdLst/>
              <a:ahLst/>
              <a:cxnLst/>
              <a:rect l="l" t="t" r="r" b="b"/>
              <a:pathLst>
                <a:path w="2052955" h="1024890">
                  <a:moveTo>
                    <a:pt x="2052874" y="0"/>
                  </a:moveTo>
                  <a:lnTo>
                    <a:pt x="0" y="0"/>
                  </a:lnTo>
                  <a:lnTo>
                    <a:pt x="0" y="1024514"/>
                  </a:lnTo>
                  <a:lnTo>
                    <a:pt x="2052874" y="1024516"/>
                  </a:lnTo>
                  <a:lnTo>
                    <a:pt x="2052874" y="0"/>
                  </a:lnTo>
                  <a:close/>
                </a:path>
              </a:pathLst>
            </a:custGeom>
            <a:solidFill>
              <a:srgbClr val="6AA8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034863" y="0"/>
              <a:ext cx="1253490" cy="1446530"/>
            </a:xfrm>
            <a:custGeom>
              <a:avLst/>
              <a:gdLst/>
              <a:ahLst/>
              <a:cxnLst/>
              <a:rect l="l" t="t" r="r" b="b"/>
              <a:pathLst>
                <a:path w="1253490" h="1446530">
                  <a:moveTo>
                    <a:pt x="764602" y="1445940"/>
                  </a:moveTo>
                  <a:lnTo>
                    <a:pt x="0" y="1445940"/>
                  </a:lnTo>
                  <a:lnTo>
                    <a:pt x="541" y="1396171"/>
                  </a:lnTo>
                  <a:lnTo>
                    <a:pt x="2443" y="1341687"/>
                  </a:lnTo>
                  <a:lnTo>
                    <a:pt x="5624" y="1289718"/>
                  </a:lnTo>
                  <a:lnTo>
                    <a:pt x="10105" y="1237885"/>
                  </a:lnTo>
                  <a:lnTo>
                    <a:pt x="15880" y="1186213"/>
                  </a:lnTo>
                  <a:lnTo>
                    <a:pt x="22945" y="1134727"/>
                  </a:lnTo>
                  <a:lnTo>
                    <a:pt x="31296" y="1083450"/>
                  </a:lnTo>
                  <a:lnTo>
                    <a:pt x="40926" y="1032408"/>
                  </a:lnTo>
                  <a:lnTo>
                    <a:pt x="51831" y="981623"/>
                  </a:lnTo>
                  <a:lnTo>
                    <a:pt x="64007" y="931122"/>
                  </a:lnTo>
                  <a:lnTo>
                    <a:pt x="77449" y="880927"/>
                  </a:lnTo>
                  <a:lnTo>
                    <a:pt x="92151" y="831064"/>
                  </a:lnTo>
                  <a:lnTo>
                    <a:pt x="108108" y="781556"/>
                  </a:lnTo>
                  <a:lnTo>
                    <a:pt x="125317" y="732428"/>
                  </a:lnTo>
                  <a:lnTo>
                    <a:pt x="143772" y="683705"/>
                  </a:lnTo>
                  <a:lnTo>
                    <a:pt x="163468" y="635411"/>
                  </a:lnTo>
                  <a:lnTo>
                    <a:pt x="183554" y="589308"/>
                  </a:lnTo>
                  <a:lnTo>
                    <a:pt x="204727" y="543755"/>
                  </a:lnTo>
                  <a:lnTo>
                    <a:pt x="226975" y="498768"/>
                  </a:lnTo>
                  <a:lnTo>
                    <a:pt x="250286" y="454367"/>
                  </a:lnTo>
                  <a:lnTo>
                    <a:pt x="274647" y="410569"/>
                  </a:lnTo>
                  <a:lnTo>
                    <a:pt x="300046" y="367394"/>
                  </a:lnTo>
                  <a:lnTo>
                    <a:pt x="326471" y="324858"/>
                  </a:lnTo>
                  <a:lnTo>
                    <a:pt x="353910" y="282981"/>
                  </a:lnTo>
                  <a:lnTo>
                    <a:pt x="382351" y="241781"/>
                  </a:lnTo>
                  <a:lnTo>
                    <a:pt x="411780" y="201276"/>
                  </a:lnTo>
                  <a:lnTo>
                    <a:pt x="442186" y="161484"/>
                  </a:lnTo>
                  <a:lnTo>
                    <a:pt x="473557" y="122423"/>
                  </a:lnTo>
                  <a:lnTo>
                    <a:pt x="505880" y="84112"/>
                  </a:lnTo>
                  <a:lnTo>
                    <a:pt x="539142" y="46570"/>
                  </a:lnTo>
                  <a:lnTo>
                    <a:pt x="573333" y="9814"/>
                  </a:lnTo>
                  <a:lnTo>
                    <a:pt x="582916" y="0"/>
                  </a:lnTo>
                  <a:lnTo>
                    <a:pt x="1253135" y="0"/>
                  </a:lnTo>
                  <a:lnTo>
                    <a:pt x="1253135" y="421899"/>
                  </a:lnTo>
                  <a:lnTo>
                    <a:pt x="1219193" y="450282"/>
                  </a:lnTo>
                  <a:lnTo>
                    <a:pt x="1183652" y="482243"/>
                  </a:lnTo>
                  <a:lnTo>
                    <a:pt x="1149012" y="515725"/>
                  </a:lnTo>
                  <a:lnTo>
                    <a:pt x="1114476" y="551489"/>
                  </a:lnTo>
                  <a:lnTo>
                    <a:pt x="1081436" y="588412"/>
                  </a:lnTo>
                  <a:lnTo>
                    <a:pt x="1049913" y="626446"/>
                  </a:lnTo>
                  <a:lnTo>
                    <a:pt x="1019925" y="665543"/>
                  </a:lnTo>
                  <a:lnTo>
                    <a:pt x="991494" y="705654"/>
                  </a:lnTo>
                  <a:lnTo>
                    <a:pt x="964639" y="746732"/>
                  </a:lnTo>
                  <a:lnTo>
                    <a:pt x="939380" y="788726"/>
                  </a:lnTo>
                  <a:lnTo>
                    <a:pt x="915738" y="831591"/>
                  </a:lnTo>
                  <a:lnTo>
                    <a:pt x="893732" y="875276"/>
                  </a:lnTo>
                  <a:lnTo>
                    <a:pt x="873383" y="919733"/>
                  </a:lnTo>
                  <a:lnTo>
                    <a:pt x="854710" y="964915"/>
                  </a:lnTo>
                  <a:lnTo>
                    <a:pt x="837734" y="1010773"/>
                  </a:lnTo>
                  <a:lnTo>
                    <a:pt x="822474" y="1057259"/>
                  </a:lnTo>
                  <a:lnTo>
                    <a:pt x="808951" y="1104324"/>
                  </a:lnTo>
                  <a:lnTo>
                    <a:pt x="797185" y="1151920"/>
                  </a:lnTo>
                  <a:lnTo>
                    <a:pt x="787196" y="1199998"/>
                  </a:lnTo>
                  <a:lnTo>
                    <a:pt x="779003" y="1248511"/>
                  </a:lnTo>
                  <a:lnTo>
                    <a:pt x="772628" y="1297409"/>
                  </a:lnTo>
                  <a:lnTo>
                    <a:pt x="768089" y="1346646"/>
                  </a:lnTo>
                  <a:lnTo>
                    <a:pt x="765407" y="1396171"/>
                  </a:lnTo>
                  <a:lnTo>
                    <a:pt x="764602" y="1445940"/>
                  </a:lnTo>
                  <a:close/>
                </a:path>
              </a:pathLst>
            </a:custGeom>
            <a:solidFill>
              <a:srgbClr val="DBE3D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086" y="1216636"/>
            <a:ext cx="80727" cy="8075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533750" y="0"/>
            <a:ext cx="4057650" cy="1858645"/>
            <a:chOff x="533750" y="0"/>
            <a:chExt cx="4057650" cy="185864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0091" y="0"/>
              <a:ext cx="181097" cy="160633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33742" y="12"/>
              <a:ext cx="4006850" cy="1858645"/>
            </a:xfrm>
            <a:custGeom>
              <a:avLst/>
              <a:gdLst/>
              <a:ahLst/>
              <a:cxnLst/>
              <a:rect l="l" t="t" r="r" b="b"/>
              <a:pathLst>
                <a:path w="4006850" h="1858645">
                  <a:moveTo>
                    <a:pt x="1157236" y="1667865"/>
                  </a:moveTo>
                  <a:lnTo>
                    <a:pt x="159893" y="670433"/>
                  </a:lnTo>
                  <a:lnTo>
                    <a:pt x="181305" y="715543"/>
                  </a:lnTo>
                  <a:lnTo>
                    <a:pt x="203898" y="760222"/>
                  </a:lnTo>
                  <a:lnTo>
                    <a:pt x="227672" y="804456"/>
                  </a:lnTo>
                  <a:lnTo>
                    <a:pt x="252628" y="848220"/>
                  </a:lnTo>
                  <a:lnTo>
                    <a:pt x="278765" y="891489"/>
                  </a:lnTo>
                  <a:lnTo>
                    <a:pt x="306082" y="934237"/>
                  </a:lnTo>
                  <a:lnTo>
                    <a:pt x="334581" y="976426"/>
                  </a:lnTo>
                  <a:lnTo>
                    <a:pt x="364248" y="1018057"/>
                  </a:lnTo>
                  <a:lnTo>
                    <a:pt x="395109" y="1059078"/>
                  </a:lnTo>
                  <a:lnTo>
                    <a:pt x="427139" y="1099464"/>
                  </a:lnTo>
                  <a:lnTo>
                    <a:pt x="460362" y="1139215"/>
                  </a:lnTo>
                  <a:lnTo>
                    <a:pt x="494753" y="1178267"/>
                  </a:lnTo>
                  <a:lnTo>
                    <a:pt x="530339" y="1216634"/>
                  </a:lnTo>
                  <a:lnTo>
                    <a:pt x="611060" y="1297381"/>
                  </a:lnTo>
                  <a:lnTo>
                    <a:pt x="649414" y="1332966"/>
                  </a:lnTo>
                  <a:lnTo>
                    <a:pt x="688479" y="1367370"/>
                  </a:lnTo>
                  <a:lnTo>
                    <a:pt x="728218" y="1400581"/>
                  </a:lnTo>
                  <a:lnTo>
                    <a:pt x="768616" y="1432623"/>
                  </a:lnTo>
                  <a:lnTo>
                    <a:pt x="809637" y="1463484"/>
                  </a:lnTo>
                  <a:lnTo>
                    <a:pt x="851255" y="1493164"/>
                  </a:lnTo>
                  <a:lnTo>
                    <a:pt x="893445" y="1521663"/>
                  </a:lnTo>
                  <a:lnTo>
                    <a:pt x="936193" y="1548980"/>
                  </a:lnTo>
                  <a:lnTo>
                    <a:pt x="979462" y="1575117"/>
                  </a:lnTo>
                  <a:lnTo>
                    <a:pt x="1023226" y="1600073"/>
                  </a:lnTo>
                  <a:lnTo>
                    <a:pt x="1067460" y="1623847"/>
                  </a:lnTo>
                  <a:lnTo>
                    <a:pt x="1112139" y="1646440"/>
                  </a:lnTo>
                  <a:lnTo>
                    <a:pt x="1157236" y="1667865"/>
                  </a:lnTo>
                  <a:close/>
                </a:path>
                <a:path w="4006850" h="1858645">
                  <a:moveTo>
                    <a:pt x="1667002" y="1827771"/>
                  </a:moveTo>
                  <a:lnTo>
                    <a:pt x="0" y="160629"/>
                  </a:lnTo>
                  <a:lnTo>
                    <a:pt x="8940" y="206984"/>
                  </a:lnTo>
                  <a:lnTo>
                    <a:pt x="18719" y="252971"/>
                  </a:lnTo>
                  <a:lnTo>
                    <a:pt x="29413" y="298564"/>
                  </a:lnTo>
                  <a:lnTo>
                    <a:pt x="41084" y="343776"/>
                  </a:lnTo>
                  <a:lnTo>
                    <a:pt x="53822" y="388607"/>
                  </a:lnTo>
                  <a:lnTo>
                    <a:pt x="1439037" y="1773936"/>
                  </a:lnTo>
                  <a:lnTo>
                    <a:pt x="1484630" y="1786674"/>
                  </a:lnTo>
                  <a:lnTo>
                    <a:pt x="1530223" y="1798358"/>
                  </a:lnTo>
                  <a:lnTo>
                    <a:pt x="1575816" y="1809038"/>
                  </a:lnTo>
                  <a:lnTo>
                    <a:pt x="1621409" y="1818817"/>
                  </a:lnTo>
                  <a:lnTo>
                    <a:pt x="1667002" y="1827771"/>
                  </a:lnTo>
                  <a:close/>
                </a:path>
                <a:path w="4006850" h="1858645">
                  <a:moveTo>
                    <a:pt x="2048535" y="1857844"/>
                  </a:moveTo>
                  <a:lnTo>
                    <a:pt x="190830" y="0"/>
                  </a:lnTo>
                  <a:lnTo>
                    <a:pt x="15087" y="0"/>
                  </a:lnTo>
                  <a:lnTo>
                    <a:pt x="1868043" y="1853095"/>
                  </a:lnTo>
                  <a:lnTo>
                    <a:pt x="1913166" y="1856066"/>
                  </a:lnTo>
                  <a:lnTo>
                    <a:pt x="1958289" y="1857844"/>
                  </a:lnTo>
                  <a:lnTo>
                    <a:pt x="2003412" y="1858441"/>
                  </a:lnTo>
                  <a:lnTo>
                    <a:pt x="2048535" y="1857844"/>
                  </a:lnTo>
                  <a:close/>
                </a:path>
                <a:path w="4006850" h="1858645">
                  <a:moveTo>
                    <a:pt x="2369883" y="1827771"/>
                  </a:moveTo>
                  <a:lnTo>
                    <a:pt x="541083" y="0"/>
                  </a:lnTo>
                  <a:lnTo>
                    <a:pt x="366560" y="0"/>
                  </a:lnTo>
                  <a:lnTo>
                    <a:pt x="2214791" y="1848345"/>
                  </a:lnTo>
                  <a:lnTo>
                    <a:pt x="2253653" y="1844243"/>
                  </a:lnTo>
                  <a:lnTo>
                    <a:pt x="2292261" y="1839239"/>
                  </a:lnTo>
                  <a:lnTo>
                    <a:pt x="2369883" y="1827771"/>
                  </a:lnTo>
                  <a:close/>
                </a:path>
                <a:path w="4006850" h="1858645">
                  <a:moveTo>
                    <a:pt x="2651772" y="1758099"/>
                  </a:moveTo>
                  <a:lnTo>
                    <a:pt x="892632" y="0"/>
                  </a:lnTo>
                  <a:lnTo>
                    <a:pt x="717969" y="0"/>
                  </a:lnTo>
                  <a:lnTo>
                    <a:pt x="2515463" y="1797685"/>
                  </a:lnTo>
                  <a:lnTo>
                    <a:pt x="2549944" y="1789049"/>
                  </a:lnTo>
                  <a:lnTo>
                    <a:pt x="2584246" y="1779676"/>
                  </a:lnTo>
                  <a:lnTo>
                    <a:pt x="2618244" y="1769414"/>
                  </a:lnTo>
                  <a:lnTo>
                    <a:pt x="2651772" y="1758099"/>
                  </a:lnTo>
                  <a:close/>
                </a:path>
                <a:path w="4006850" h="1858645">
                  <a:moveTo>
                    <a:pt x="2901810" y="1656778"/>
                  </a:moveTo>
                  <a:lnTo>
                    <a:pt x="1244168" y="0"/>
                  </a:lnTo>
                  <a:lnTo>
                    <a:pt x="1069479" y="0"/>
                  </a:lnTo>
                  <a:lnTo>
                    <a:pt x="2779852" y="1710613"/>
                  </a:lnTo>
                  <a:lnTo>
                    <a:pt x="2810687" y="1698193"/>
                  </a:lnTo>
                  <a:lnTo>
                    <a:pt x="2841383" y="1684883"/>
                  </a:lnTo>
                  <a:lnTo>
                    <a:pt x="2871800" y="1670977"/>
                  </a:lnTo>
                  <a:lnTo>
                    <a:pt x="2901810" y="1656778"/>
                  </a:lnTo>
                  <a:close/>
                </a:path>
                <a:path w="4006850" h="1858645">
                  <a:moveTo>
                    <a:pt x="3126511" y="1531696"/>
                  </a:moveTo>
                  <a:lnTo>
                    <a:pt x="1595031" y="0"/>
                  </a:lnTo>
                  <a:lnTo>
                    <a:pt x="1419326" y="0"/>
                  </a:lnTo>
                  <a:lnTo>
                    <a:pt x="3017431" y="1598193"/>
                  </a:lnTo>
                  <a:lnTo>
                    <a:pt x="3044685" y="1582458"/>
                  </a:lnTo>
                  <a:lnTo>
                    <a:pt x="3071977" y="1566138"/>
                  </a:lnTo>
                  <a:lnTo>
                    <a:pt x="3099270" y="1549222"/>
                  </a:lnTo>
                  <a:lnTo>
                    <a:pt x="3126511" y="1531696"/>
                  </a:lnTo>
                  <a:close/>
                </a:path>
                <a:path w="4006850" h="1858645">
                  <a:moveTo>
                    <a:pt x="3329292" y="1382890"/>
                  </a:moveTo>
                  <a:lnTo>
                    <a:pt x="1946478" y="0"/>
                  </a:lnTo>
                  <a:lnTo>
                    <a:pt x="1770799" y="0"/>
                  </a:lnTo>
                  <a:lnTo>
                    <a:pt x="3231172" y="1460461"/>
                  </a:lnTo>
                  <a:lnTo>
                    <a:pt x="3280778" y="1422260"/>
                  </a:lnTo>
                  <a:lnTo>
                    <a:pt x="3305264" y="1402791"/>
                  </a:lnTo>
                  <a:lnTo>
                    <a:pt x="3329292" y="1382890"/>
                  </a:lnTo>
                  <a:close/>
                </a:path>
                <a:path w="4006850" h="1858645">
                  <a:moveTo>
                    <a:pt x="3509683" y="1213459"/>
                  </a:moveTo>
                  <a:lnTo>
                    <a:pt x="2296299" y="0"/>
                  </a:lnTo>
                  <a:lnTo>
                    <a:pt x="2122170" y="0"/>
                  </a:lnTo>
                  <a:lnTo>
                    <a:pt x="3422548" y="1300556"/>
                  </a:lnTo>
                  <a:lnTo>
                    <a:pt x="3467062" y="1257795"/>
                  </a:lnTo>
                  <a:lnTo>
                    <a:pt x="3509683" y="1213459"/>
                  </a:lnTo>
                  <a:close/>
                </a:path>
                <a:path w="4006850" h="1858645">
                  <a:moveTo>
                    <a:pt x="3669627" y="1021905"/>
                  </a:moveTo>
                  <a:lnTo>
                    <a:pt x="2647785" y="0"/>
                  </a:lnTo>
                  <a:lnTo>
                    <a:pt x="2472055" y="0"/>
                  </a:lnTo>
                  <a:lnTo>
                    <a:pt x="3591979" y="1120076"/>
                  </a:lnTo>
                  <a:lnTo>
                    <a:pt x="3611943" y="1096048"/>
                  </a:lnTo>
                  <a:lnTo>
                    <a:pt x="3631438" y="1071587"/>
                  </a:lnTo>
                  <a:lnTo>
                    <a:pt x="3669627" y="1021905"/>
                  </a:lnTo>
                  <a:close/>
                </a:path>
                <a:path w="4006850" h="1858645">
                  <a:moveTo>
                    <a:pt x="3807409" y="808164"/>
                  </a:moveTo>
                  <a:lnTo>
                    <a:pt x="2999282" y="0"/>
                  </a:lnTo>
                  <a:lnTo>
                    <a:pt x="2823591" y="0"/>
                  </a:lnTo>
                  <a:lnTo>
                    <a:pt x="3740937" y="917409"/>
                  </a:lnTo>
                  <a:lnTo>
                    <a:pt x="3758387" y="890104"/>
                  </a:lnTo>
                  <a:lnTo>
                    <a:pt x="3775278" y="862787"/>
                  </a:lnTo>
                  <a:lnTo>
                    <a:pt x="3791623" y="835482"/>
                  </a:lnTo>
                  <a:lnTo>
                    <a:pt x="3807409" y="808164"/>
                  </a:lnTo>
                  <a:close/>
                </a:path>
                <a:path w="4006850" h="1858645">
                  <a:moveTo>
                    <a:pt x="3919651" y="570687"/>
                  </a:moveTo>
                  <a:lnTo>
                    <a:pt x="3349040" y="0"/>
                  </a:lnTo>
                  <a:lnTo>
                    <a:pt x="3173349" y="0"/>
                  </a:lnTo>
                  <a:lnTo>
                    <a:pt x="3865854" y="692594"/>
                  </a:lnTo>
                  <a:lnTo>
                    <a:pt x="3879837" y="662635"/>
                  </a:lnTo>
                  <a:lnTo>
                    <a:pt x="3906621" y="601535"/>
                  </a:lnTo>
                  <a:lnTo>
                    <a:pt x="3919651" y="570687"/>
                  </a:lnTo>
                  <a:close/>
                </a:path>
                <a:path w="4006850" h="1858645">
                  <a:moveTo>
                    <a:pt x="4006799" y="304711"/>
                  </a:moveTo>
                  <a:lnTo>
                    <a:pt x="3701923" y="0"/>
                  </a:lnTo>
                  <a:lnTo>
                    <a:pt x="3526332" y="0"/>
                  </a:lnTo>
                  <a:lnTo>
                    <a:pt x="3967137" y="440855"/>
                  </a:lnTo>
                  <a:lnTo>
                    <a:pt x="3987596" y="372783"/>
                  </a:lnTo>
                  <a:lnTo>
                    <a:pt x="4006799" y="304711"/>
                  </a:lnTo>
                  <a:close/>
                </a:path>
              </a:pathLst>
            </a:custGeom>
            <a:solidFill>
              <a:srgbClr val="DBE3D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0" y="8564902"/>
            <a:ext cx="2748915" cy="1722120"/>
            <a:chOff x="0" y="8564902"/>
            <a:chExt cx="2748915" cy="1722120"/>
          </a:xfrm>
        </p:grpSpPr>
        <p:sp>
          <p:nvSpPr>
            <p:cNvPr id="11" name="object 11" descr=""/>
            <p:cNvSpPr/>
            <p:nvPr/>
          </p:nvSpPr>
          <p:spPr>
            <a:xfrm>
              <a:off x="0" y="9262483"/>
              <a:ext cx="2748915" cy="1024890"/>
            </a:xfrm>
            <a:custGeom>
              <a:avLst/>
              <a:gdLst/>
              <a:ahLst/>
              <a:cxnLst/>
              <a:rect l="l" t="t" r="r" b="b"/>
              <a:pathLst>
                <a:path w="2748915" h="1024890">
                  <a:moveTo>
                    <a:pt x="2619965" y="1024517"/>
                  </a:moveTo>
                  <a:lnTo>
                    <a:pt x="0" y="1024517"/>
                  </a:lnTo>
                  <a:lnTo>
                    <a:pt x="0" y="0"/>
                  </a:lnTo>
                  <a:lnTo>
                    <a:pt x="2748814" y="0"/>
                  </a:lnTo>
                  <a:lnTo>
                    <a:pt x="2748571" y="48528"/>
                  </a:lnTo>
                  <a:lnTo>
                    <a:pt x="2747730" y="96923"/>
                  </a:lnTo>
                  <a:lnTo>
                    <a:pt x="2746333" y="145180"/>
                  </a:lnTo>
                  <a:lnTo>
                    <a:pt x="2744382" y="193296"/>
                  </a:lnTo>
                  <a:lnTo>
                    <a:pt x="2741880" y="241268"/>
                  </a:lnTo>
                  <a:lnTo>
                    <a:pt x="2738832" y="289094"/>
                  </a:lnTo>
                  <a:lnTo>
                    <a:pt x="2735239" y="336770"/>
                  </a:lnTo>
                  <a:lnTo>
                    <a:pt x="2731104" y="384292"/>
                  </a:lnTo>
                  <a:lnTo>
                    <a:pt x="2726432" y="431659"/>
                  </a:lnTo>
                  <a:lnTo>
                    <a:pt x="2721224" y="478866"/>
                  </a:lnTo>
                  <a:lnTo>
                    <a:pt x="2715485" y="525911"/>
                  </a:lnTo>
                  <a:lnTo>
                    <a:pt x="2709216" y="572791"/>
                  </a:lnTo>
                  <a:lnTo>
                    <a:pt x="2702422" y="619503"/>
                  </a:lnTo>
                  <a:lnTo>
                    <a:pt x="2695105" y="666043"/>
                  </a:lnTo>
                  <a:lnTo>
                    <a:pt x="2687269" y="712408"/>
                  </a:lnTo>
                  <a:lnTo>
                    <a:pt x="2678915" y="758596"/>
                  </a:lnTo>
                  <a:lnTo>
                    <a:pt x="2670048" y="804603"/>
                  </a:lnTo>
                  <a:lnTo>
                    <a:pt x="2660671" y="850426"/>
                  </a:lnTo>
                  <a:lnTo>
                    <a:pt x="2650787" y="896062"/>
                  </a:lnTo>
                  <a:lnTo>
                    <a:pt x="2640398" y="941508"/>
                  </a:lnTo>
                  <a:lnTo>
                    <a:pt x="2629508" y="986761"/>
                  </a:lnTo>
                  <a:lnTo>
                    <a:pt x="2619965" y="1024517"/>
                  </a:lnTo>
                  <a:close/>
                </a:path>
              </a:pathLst>
            </a:custGeom>
            <a:solidFill>
              <a:srgbClr val="6AA8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8564902"/>
              <a:ext cx="1472565" cy="1722120"/>
            </a:xfrm>
            <a:custGeom>
              <a:avLst/>
              <a:gdLst/>
              <a:ahLst/>
              <a:cxnLst/>
              <a:rect l="l" t="t" r="r" b="b"/>
              <a:pathLst>
                <a:path w="1472565" h="1722120">
                  <a:moveTo>
                    <a:pt x="1472361" y="0"/>
                  </a:moveTo>
                  <a:lnTo>
                    <a:pt x="709521" y="0"/>
                  </a:lnTo>
                  <a:lnTo>
                    <a:pt x="708712" y="49539"/>
                  </a:lnTo>
                  <a:lnTo>
                    <a:pt x="706031" y="98836"/>
                  </a:lnTo>
                  <a:lnTo>
                    <a:pt x="701499" y="147846"/>
                  </a:lnTo>
                  <a:lnTo>
                    <a:pt x="695135" y="196520"/>
                  </a:lnTo>
                  <a:lnTo>
                    <a:pt x="686959" y="244809"/>
                  </a:lnTo>
                  <a:lnTo>
                    <a:pt x="676992" y="292666"/>
                  </a:lnTo>
                  <a:lnTo>
                    <a:pt x="665252" y="340043"/>
                  </a:lnTo>
                  <a:lnTo>
                    <a:pt x="651760" y="386891"/>
                  </a:lnTo>
                  <a:lnTo>
                    <a:pt x="636537" y="433163"/>
                  </a:lnTo>
                  <a:lnTo>
                    <a:pt x="619601" y="478810"/>
                  </a:lnTo>
                  <a:lnTo>
                    <a:pt x="600972" y="523784"/>
                  </a:lnTo>
                  <a:lnTo>
                    <a:pt x="580671" y="568037"/>
                  </a:lnTo>
                  <a:lnTo>
                    <a:pt x="558718" y="611521"/>
                  </a:lnTo>
                  <a:lnTo>
                    <a:pt x="535132" y="654188"/>
                  </a:lnTo>
                  <a:lnTo>
                    <a:pt x="509934" y="695989"/>
                  </a:lnTo>
                  <a:lnTo>
                    <a:pt x="483142" y="736877"/>
                  </a:lnTo>
                  <a:lnTo>
                    <a:pt x="454778" y="776804"/>
                  </a:lnTo>
                  <a:lnTo>
                    <a:pt x="424861" y="815721"/>
                  </a:lnTo>
                  <a:lnTo>
                    <a:pt x="393411" y="853580"/>
                  </a:lnTo>
                  <a:lnTo>
                    <a:pt x="360447" y="890333"/>
                  </a:lnTo>
                  <a:lnTo>
                    <a:pt x="325990" y="925932"/>
                  </a:lnTo>
                  <a:lnTo>
                    <a:pt x="291430" y="959261"/>
                  </a:lnTo>
                  <a:lnTo>
                    <a:pt x="255970" y="991075"/>
                  </a:lnTo>
                  <a:lnTo>
                    <a:pt x="219653" y="1021373"/>
                  </a:lnTo>
                  <a:lnTo>
                    <a:pt x="182520" y="1050157"/>
                  </a:lnTo>
                  <a:lnTo>
                    <a:pt x="144613" y="1077426"/>
                  </a:lnTo>
                  <a:lnTo>
                    <a:pt x="105975" y="1103180"/>
                  </a:lnTo>
                  <a:lnTo>
                    <a:pt x="66646" y="1127419"/>
                  </a:lnTo>
                  <a:lnTo>
                    <a:pt x="26669" y="1150143"/>
                  </a:lnTo>
                  <a:lnTo>
                    <a:pt x="0" y="1164081"/>
                  </a:lnTo>
                  <a:lnTo>
                    <a:pt x="0" y="1722095"/>
                  </a:lnTo>
                  <a:lnTo>
                    <a:pt x="553343" y="1722095"/>
                  </a:lnTo>
                  <a:lnTo>
                    <a:pt x="557622" y="1719284"/>
                  </a:lnTo>
                  <a:lnTo>
                    <a:pt x="598639" y="1690902"/>
                  </a:lnTo>
                  <a:lnTo>
                    <a:pt x="638964" y="1661534"/>
                  </a:lnTo>
                  <a:lnTo>
                    <a:pt x="678579" y="1631192"/>
                  </a:lnTo>
                  <a:lnTo>
                    <a:pt x="717467" y="1599888"/>
                  </a:lnTo>
                  <a:lnTo>
                    <a:pt x="755608" y="1567635"/>
                  </a:lnTo>
                  <a:lnTo>
                    <a:pt x="792986" y="1534445"/>
                  </a:lnTo>
                  <a:lnTo>
                    <a:pt x="829582" y="1500329"/>
                  </a:lnTo>
                  <a:lnTo>
                    <a:pt x="865378" y="1465302"/>
                  </a:lnTo>
                  <a:lnTo>
                    <a:pt x="900399" y="1429507"/>
                  </a:lnTo>
                  <a:lnTo>
                    <a:pt x="934508" y="1392912"/>
                  </a:lnTo>
                  <a:lnTo>
                    <a:pt x="967692" y="1355536"/>
                  </a:lnTo>
                  <a:lnTo>
                    <a:pt x="999940" y="1317396"/>
                  </a:lnTo>
                  <a:lnTo>
                    <a:pt x="1031238" y="1278511"/>
                  </a:lnTo>
                  <a:lnTo>
                    <a:pt x="1061575" y="1238898"/>
                  </a:lnTo>
                  <a:lnTo>
                    <a:pt x="1090938" y="1198576"/>
                  </a:lnTo>
                  <a:lnTo>
                    <a:pt x="1119314" y="1157562"/>
                  </a:lnTo>
                  <a:lnTo>
                    <a:pt x="1146692" y="1115876"/>
                  </a:lnTo>
                  <a:lnTo>
                    <a:pt x="1173059" y="1073535"/>
                  </a:lnTo>
                  <a:lnTo>
                    <a:pt x="1198403" y="1030557"/>
                  </a:lnTo>
                  <a:lnTo>
                    <a:pt x="1222711" y="986960"/>
                  </a:lnTo>
                  <a:lnTo>
                    <a:pt x="1245970" y="942763"/>
                  </a:lnTo>
                  <a:lnTo>
                    <a:pt x="1268170" y="897983"/>
                  </a:lnTo>
                  <a:lnTo>
                    <a:pt x="1289296" y="852639"/>
                  </a:lnTo>
                  <a:lnTo>
                    <a:pt x="1309337" y="806749"/>
                  </a:lnTo>
                  <a:lnTo>
                    <a:pt x="1328987" y="758677"/>
                  </a:lnTo>
                  <a:lnTo>
                    <a:pt x="1347397" y="710180"/>
                  </a:lnTo>
                  <a:lnTo>
                    <a:pt x="1364563" y="661281"/>
                  </a:lnTo>
                  <a:lnTo>
                    <a:pt x="1380481" y="612004"/>
                  </a:lnTo>
                  <a:lnTo>
                    <a:pt x="1395145" y="562374"/>
                  </a:lnTo>
                  <a:lnTo>
                    <a:pt x="1408550" y="512414"/>
                  </a:lnTo>
                  <a:lnTo>
                    <a:pt x="1420693" y="462150"/>
                  </a:lnTo>
                  <a:lnTo>
                    <a:pt x="1431568" y="411603"/>
                  </a:lnTo>
                  <a:lnTo>
                    <a:pt x="1441171" y="360800"/>
                  </a:lnTo>
                  <a:lnTo>
                    <a:pt x="1449496" y="309764"/>
                  </a:lnTo>
                  <a:lnTo>
                    <a:pt x="1456540" y="258519"/>
                  </a:lnTo>
                  <a:lnTo>
                    <a:pt x="1462296" y="207089"/>
                  </a:lnTo>
                  <a:lnTo>
                    <a:pt x="1466761" y="155498"/>
                  </a:lnTo>
                  <a:lnTo>
                    <a:pt x="1469930" y="103770"/>
                  </a:lnTo>
                  <a:lnTo>
                    <a:pt x="1471799" y="51930"/>
                  </a:lnTo>
                  <a:lnTo>
                    <a:pt x="1472361" y="0"/>
                  </a:lnTo>
                  <a:close/>
                </a:path>
              </a:pathLst>
            </a:custGeom>
            <a:solidFill>
              <a:srgbClr val="DBE3D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3162300" y="2752725"/>
            <a:ext cx="15125700" cy="7534275"/>
            <a:chOff x="3162300" y="2752725"/>
            <a:chExt cx="15125700" cy="7534275"/>
          </a:xfrm>
        </p:grpSpPr>
        <p:sp>
          <p:nvSpPr>
            <p:cNvPr id="14" name="object 14" descr=""/>
            <p:cNvSpPr/>
            <p:nvPr/>
          </p:nvSpPr>
          <p:spPr>
            <a:xfrm>
              <a:off x="15807629" y="8308333"/>
              <a:ext cx="2480945" cy="1978660"/>
            </a:xfrm>
            <a:custGeom>
              <a:avLst/>
              <a:gdLst/>
              <a:ahLst/>
              <a:cxnLst/>
              <a:rect l="l" t="t" r="r" b="b"/>
              <a:pathLst>
                <a:path w="2480944" h="1978659">
                  <a:moveTo>
                    <a:pt x="2480369" y="0"/>
                  </a:moveTo>
                  <a:lnTo>
                    <a:pt x="2416977" y="1470"/>
                  </a:lnTo>
                  <a:lnTo>
                    <a:pt x="2368877" y="3680"/>
                  </a:lnTo>
                  <a:lnTo>
                    <a:pt x="2321011" y="6761"/>
                  </a:lnTo>
                  <a:lnTo>
                    <a:pt x="2273385" y="10705"/>
                  </a:lnTo>
                  <a:lnTo>
                    <a:pt x="2226007" y="15503"/>
                  </a:lnTo>
                  <a:lnTo>
                    <a:pt x="2178885" y="21149"/>
                  </a:lnTo>
                  <a:lnTo>
                    <a:pt x="2132027" y="27635"/>
                  </a:lnTo>
                  <a:lnTo>
                    <a:pt x="2085441" y="34952"/>
                  </a:lnTo>
                  <a:lnTo>
                    <a:pt x="2039135" y="43093"/>
                  </a:lnTo>
                  <a:lnTo>
                    <a:pt x="1993116" y="52050"/>
                  </a:lnTo>
                  <a:lnTo>
                    <a:pt x="1947392" y="61815"/>
                  </a:lnTo>
                  <a:lnTo>
                    <a:pt x="1901971" y="72381"/>
                  </a:lnTo>
                  <a:lnTo>
                    <a:pt x="1856860" y="83740"/>
                  </a:lnTo>
                  <a:lnTo>
                    <a:pt x="1812069" y="95884"/>
                  </a:lnTo>
                  <a:lnTo>
                    <a:pt x="1767603" y="108804"/>
                  </a:lnTo>
                  <a:lnTo>
                    <a:pt x="1723472" y="122495"/>
                  </a:lnTo>
                  <a:lnTo>
                    <a:pt x="1679683" y="136946"/>
                  </a:lnTo>
                  <a:lnTo>
                    <a:pt x="1636244" y="152152"/>
                  </a:lnTo>
                  <a:lnTo>
                    <a:pt x="1593162" y="168104"/>
                  </a:lnTo>
                  <a:lnTo>
                    <a:pt x="1550445" y="184794"/>
                  </a:lnTo>
                  <a:lnTo>
                    <a:pt x="1508102" y="202214"/>
                  </a:lnTo>
                  <a:lnTo>
                    <a:pt x="1466140" y="220357"/>
                  </a:lnTo>
                  <a:lnTo>
                    <a:pt x="1424567" y="239215"/>
                  </a:lnTo>
                  <a:lnTo>
                    <a:pt x="1383391" y="258780"/>
                  </a:lnTo>
                  <a:lnTo>
                    <a:pt x="1342619" y="279044"/>
                  </a:lnTo>
                  <a:lnTo>
                    <a:pt x="1302259" y="300000"/>
                  </a:lnTo>
                  <a:lnTo>
                    <a:pt x="1262319" y="321639"/>
                  </a:lnTo>
                  <a:lnTo>
                    <a:pt x="1222807" y="343954"/>
                  </a:lnTo>
                  <a:lnTo>
                    <a:pt x="1183731" y="366938"/>
                  </a:lnTo>
                  <a:lnTo>
                    <a:pt x="1145098" y="390582"/>
                  </a:lnTo>
                  <a:lnTo>
                    <a:pt x="1106917" y="414879"/>
                  </a:lnTo>
                  <a:lnTo>
                    <a:pt x="1069195" y="439820"/>
                  </a:lnTo>
                  <a:lnTo>
                    <a:pt x="1031939" y="465398"/>
                  </a:lnTo>
                  <a:lnTo>
                    <a:pt x="995159" y="491606"/>
                  </a:lnTo>
                  <a:lnTo>
                    <a:pt x="958861" y="518435"/>
                  </a:lnTo>
                  <a:lnTo>
                    <a:pt x="923053" y="545877"/>
                  </a:lnTo>
                  <a:lnTo>
                    <a:pt x="887744" y="573926"/>
                  </a:lnTo>
                  <a:lnTo>
                    <a:pt x="852940" y="602572"/>
                  </a:lnTo>
                  <a:lnTo>
                    <a:pt x="818650" y="631809"/>
                  </a:lnTo>
                  <a:lnTo>
                    <a:pt x="784882" y="661629"/>
                  </a:lnTo>
                  <a:lnTo>
                    <a:pt x="751643" y="692023"/>
                  </a:lnTo>
                  <a:lnTo>
                    <a:pt x="718941" y="722984"/>
                  </a:lnTo>
                  <a:lnTo>
                    <a:pt x="686785" y="754504"/>
                  </a:lnTo>
                  <a:lnTo>
                    <a:pt x="655181" y="786575"/>
                  </a:lnTo>
                  <a:lnTo>
                    <a:pt x="624138" y="819190"/>
                  </a:lnTo>
                  <a:lnTo>
                    <a:pt x="593663" y="852341"/>
                  </a:lnTo>
                  <a:lnTo>
                    <a:pt x="563764" y="886020"/>
                  </a:lnTo>
                  <a:lnTo>
                    <a:pt x="534450" y="920219"/>
                  </a:lnTo>
                  <a:lnTo>
                    <a:pt x="505727" y="954931"/>
                  </a:lnTo>
                  <a:lnTo>
                    <a:pt x="477604" y="990147"/>
                  </a:lnTo>
                  <a:lnTo>
                    <a:pt x="450089" y="1025860"/>
                  </a:lnTo>
                  <a:lnTo>
                    <a:pt x="423188" y="1062062"/>
                  </a:lnTo>
                  <a:lnTo>
                    <a:pt x="396911" y="1098745"/>
                  </a:lnTo>
                  <a:lnTo>
                    <a:pt x="371265" y="1135902"/>
                  </a:lnTo>
                  <a:lnTo>
                    <a:pt x="346257" y="1173524"/>
                  </a:lnTo>
                  <a:lnTo>
                    <a:pt x="321896" y="1211605"/>
                  </a:lnTo>
                  <a:lnTo>
                    <a:pt x="298189" y="1250135"/>
                  </a:lnTo>
                  <a:lnTo>
                    <a:pt x="275145" y="1289108"/>
                  </a:lnTo>
                  <a:lnTo>
                    <a:pt x="252770" y="1328516"/>
                  </a:lnTo>
                  <a:lnTo>
                    <a:pt x="231073" y="1368350"/>
                  </a:lnTo>
                  <a:lnTo>
                    <a:pt x="210061" y="1408603"/>
                  </a:lnTo>
                  <a:lnTo>
                    <a:pt x="189743" y="1449267"/>
                  </a:lnTo>
                  <a:lnTo>
                    <a:pt x="170126" y="1490335"/>
                  </a:lnTo>
                  <a:lnTo>
                    <a:pt x="151218" y="1531799"/>
                  </a:lnTo>
                  <a:lnTo>
                    <a:pt x="133027" y="1573650"/>
                  </a:lnTo>
                  <a:lnTo>
                    <a:pt x="115560" y="1615881"/>
                  </a:lnTo>
                  <a:lnTo>
                    <a:pt x="98826" y="1658485"/>
                  </a:lnTo>
                  <a:lnTo>
                    <a:pt x="82832" y="1701453"/>
                  </a:lnTo>
                  <a:lnTo>
                    <a:pt x="67586" y="1744778"/>
                  </a:lnTo>
                  <a:lnTo>
                    <a:pt x="53096" y="1788451"/>
                  </a:lnTo>
                  <a:lnTo>
                    <a:pt x="39369" y="1832466"/>
                  </a:lnTo>
                  <a:lnTo>
                    <a:pt x="26414" y="1876814"/>
                  </a:lnTo>
                  <a:lnTo>
                    <a:pt x="14238" y="1921488"/>
                  </a:lnTo>
                  <a:lnTo>
                    <a:pt x="2849" y="1966479"/>
                  </a:lnTo>
                  <a:lnTo>
                    <a:pt x="0" y="1978664"/>
                  </a:lnTo>
                  <a:lnTo>
                    <a:pt x="2480369" y="1978664"/>
                  </a:lnTo>
                  <a:lnTo>
                    <a:pt x="2480369" y="0"/>
                  </a:lnTo>
                  <a:close/>
                </a:path>
              </a:pathLst>
            </a:custGeom>
            <a:solidFill>
              <a:srgbClr val="6AA8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096162" y="9267685"/>
              <a:ext cx="3544570" cy="1019810"/>
            </a:xfrm>
            <a:custGeom>
              <a:avLst/>
              <a:gdLst/>
              <a:ahLst/>
              <a:cxnLst/>
              <a:rect l="l" t="t" r="r" b="b"/>
              <a:pathLst>
                <a:path w="3544569" h="1019809">
                  <a:moveTo>
                    <a:pt x="129527" y="1019314"/>
                  </a:moveTo>
                  <a:lnTo>
                    <a:pt x="49580" y="939355"/>
                  </a:lnTo>
                  <a:lnTo>
                    <a:pt x="32054" y="966698"/>
                  </a:lnTo>
                  <a:lnTo>
                    <a:pt x="15138" y="994003"/>
                  </a:lnTo>
                  <a:lnTo>
                    <a:pt x="0" y="1019314"/>
                  </a:lnTo>
                  <a:lnTo>
                    <a:pt x="129527" y="1019314"/>
                  </a:lnTo>
                  <a:close/>
                </a:path>
                <a:path w="3544569" h="1019809">
                  <a:moveTo>
                    <a:pt x="480898" y="1019314"/>
                  </a:moveTo>
                  <a:lnTo>
                    <a:pt x="198374" y="736777"/>
                  </a:lnTo>
                  <a:lnTo>
                    <a:pt x="139827" y="810285"/>
                  </a:lnTo>
                  <a:lnTo>
                    <a:pt x="120802" y="834898"/>
                  </a:lnTo>
                  <a:lnTo>
                    <a:pt x="305219" y="1019314"/>
                  </a:lnTo>
                  <a:lnTo>
                    <a:pt x="480898" y="1019314"/>
                  </a:lnTo>
                  <a:close/>
                </a:path>
                <a:path w="3544569" h="1019809">
                  <a:moveTo>
                    <a:pt x="830707" y="1019314"/>
                  </a:moveTo>
                  <a:lnTo>
                    <a:pt x="367779" y="556361"/>
                  </a:lnTo>
                  <a:lnTo>
                    <a:pt x="323456" y="598982"/>
                  </a:lnTo>
                  <a:lnTo>
                    <a:pt x="280708" y="643293"/>
                  </a:lnTo>
                  <a:lnTo>
                    <a:pt x="656666" y="1019314"/>
                  </a:lnTo>
                  <a:lnTo>
                    <a:pt x="830707" y="1019314"/>
                  </a:lnTo>
                  <a:close/>
                </a:path>
                <a:path w="3544569" h="1019809">
                  <a:moveTo>
                    <a:pt x="1182192" y="1019314"/>
                  </a:moveTo>
                  <a:lnTo>
                    <a:pt x="559320" y="396405"/>
                  </a:lnTo>
                  <a:lnTo>
                    <a:pt x="510247" y="434581"/>
                  </a:lnTo>
                  <a:lnTo>
                    <a:pt x="461162" y="473849"/>
                  </a:lnTo>
                  <a:lnTo>
                    <a:pt x="1006563" y="1019314"/>
                  </a:lnTo>
                  <a:lnTo>
                    <a:pt x="1182192" y="1019314"/>
                  </a:lnTo>
                  <a:close/>
                </a:path>
                <a:path w="3544569" h="1019809">
                  <a:moveTo>
                    <a:pt x="1533690" y="1019314"/>
                  </a:moveTo>
                  <a:lnTo>
                    <a:pt x="773049" y="258622"/>
                  </a:lnTo>
                  <a:lnTo>
                    <a:pt x="745731" y="274408"/>
                  </a:lnTo>
                  <a:lnTo>
                    <a:pt x="718426" y="290741"/>
                  </a:lnTo>
                  <a:lnTo>
                    <a:pt x="691121" y="307644"/>
                  </a:lnTo>
                  <a:lnTo>
                    <a:pt x="663816" y="325094"/>
                  </a:lnTo>
                  <a:lnTo>
                    <a:pt x="1357998" y="1019314"/>
                  </a:lnTo>
                  <a:lnTo>
                    <a:pt x="1533690" y="1019314"/>
                  </a:lnTo>
                  <a:close/>
                </a:path>
                <a:path w="3544569" h="1019809">
                  <a:moveTo>
                    <a:pt x="1883549" y="1019314"/>
                  </a:moveTo>
                  <a:lnTo>
                    <a:pt x="1010500" y="146151"/>
                  </a:lnTo>
                  <a:lnTo>
                    <a:pt x="979881" y="158356"/>
                  </a:lnTo>
                  <a:lnTo>
                    <a:pt x="949566" y="171310"/>
                  </a:lnTo>
                  <a:lnTo>
                    <a:pt x="919238" y="185140"/>
                  </a:lnTo>
                  <a:lnTo>
                    <a:pt x="888606" y="199961"/>
                  </a:lnTo>
                  <a:lnTo>
                    <a:pt x="1707857" y="1019314"/>
                  </a:lnTo>
                  <a:lnTo>
                    <a:pt x="1883549" y="1019314"/>
                  </a:lnTo>
                  <a:close/>
                </a:path>
                <a:path w="3544569" h="1019809">
                  <a:moveTo>
                    <a:pt x="2235606" y="1019314"/>
                  </a:moveTo>
                  <a:lnTo>
                    <a:pt x="1276464" y="60680"/>
                  </a:lnTo>
                  <a:lnTo>
                    <a:pt x="1242060" y="69354"/>
                  </a:lnTo>
                  <a:lnTo>
                    <a:pt x="1207795" y="78574"/>
                  </a:lnTo>
                  <a:lnTo>
                    <a:pt x="1173835" y="88341"/>
                  </a:lnTo>
                  <a:lnTo>
                    <a:pt x="1140333" y="98666"/>
                  </a:lnTo>
                  <a:lnTo>
                    <a:pt x="2060841" y="1019314"/>
                  </a:lnTo>
                  <a:lnTo>
                    <a:pt x="2235606" y="1019314"/>
                  </a:lnTo>
                  <a:close/>
                </a:path>
                <a:path w="3544569" h="1019809">
                  <a:moveTo>
                    <a:pt x="2587231" y="1019314"/>
                  </a:moveTo>
                  <a:lnTo>
                    <a:pt x="1577263" y="8559"/>
                  </a:lnTo>
                  <a:lnTo>
                    <a:pt x="1499095" y="18453"/>
                  </a:lnTo>
                  <a:lnTo>
                    <a:pt x="1460385" y="24142"/>
                  </a:lnTo>
                  <a:lnTo>
                    <a:pt x="1422120" y="30721"/>
                  </a:lnTo>
                  <a:lnTo>
                    <a:pt x="2410688" y="1019314"/>
                  </a:lnTo>
                  <a:lnTo>
                    <a:pt x="2587231" y="1019314"/>
                  </a:lnTo>
                  <a:close/>
                </a:path>
                <a:path w="3544569" h="1019809">
                  <a:moveTo>
                    <a:pt x="2937853" y="1019314"/>
                  </a:moveTo>
                  <a:lnTo>
                    <a:pt x="1924011" y="5397"/>
                  </a:lnTo>
                  <a:lnTo>
                    <a:pt x="1878901" y="2387"/>
                  </a:lnTo>
                  <a:lnTo>
                    <a:pt x="1833753" y="596"/>
                  </a:lnTo>
                  <a:lnTo>
                    <a:pt x="1788617" y="0"/>
                  </a:lnTo>
                  <a:lnTo>
                    <a:pt x="1743481" y="546"/>
                  </a:lnTo>
                  <a:lnTo>
                    <a:pt x="2762148" y="1019314"/>
                  </a:lnTo>
                  <a:lnTo>
                    <a:pt x="2937853" y="1019314"/>
                  </a:lnTo>
                  <a:close/>
                </a:path>
                <a:path w="3544569" h="1019809">
                  <a:moveTo>
                    <a:pt x="3289376" y="1019314"/>
                  </a:moveTo>
                  <a:lnTo>
                    <a:pt x="2352979" y="82842"/>
                  </a:lnTo>
                  <a:lnTo>
                    <a:pt x="2307399" y="70129"/>
                  </a:lnTo>
                  <a:lnTo>
                    <a:pt x="2261819" y="58572"/>
                  </a:lnTo>
                  <a:lnTo>
                    <a:pt x="2216251" y="48158"/>
                  </a:lnTo>
                  <a:lnTo>
                    <a:pt x="2170671" y="38874"/>
                  </a:lnTo>
                  <a:lnTo>
                    <a:pt x="2125091" y="30721"/>
                  </a:lnTo>
                  <a:lnTo>
                    <a:pt x="3113608" y="1019314"/>
                  </a:lnTo>
                  <a:lnTo>
                    <a:pt x="3289376" y="1019314"/>
                  </a:lnTo>
                  <a:close/>
                </a:path>
                <a:path w="3544569" h="1019809">
                  <a:moveTo>
                    <a:pt x="3544366" y="1019314"/>
                  </a:moveTo>
                  <a:lnTo>
                    <a:pt x="3510788" y="963320"/>
                  </a:lnTo>
                  <a:lnTo>
                    <a:pt x="3483292" y="920521"/>
                  </a:lnTo>
                  <a:lnTo>
                    <a:pt x="3454616" y="878268"/>
                  </a:lnTo>
                  <a:lnTo>
                    <a:pt x="3424758" y="836561"/>
                  </a:lnTo>
                  <a:lnTo>
                    <a:pt x="3393719" y="795426"/>
                  </a:lnTo>
                  <a:lnTo>
                    <a:pt x="3361486" y="754888"/>
                  </a:lnTo>
                  <a:lnTo>
                    <a:pt x="3328060" y="714959"/>
                  </a:lnTo>
                  <a:lnTo>
                    <a:pt x="3293427" y="675652"/>
                  </a:lnTo>
                  <a:lnTo>
                    <a:pt x="3257613" y="636993"/>
                  </a:lnTo>
                  <a:lnTo>
                    <a:pt x="3220593" y="598982"/>
                  </a:lnTo>
                  <a:lnTo>
                    <a:pt x="3182874" y="562241"/>
                  </a:lnTo>
                  <a:lnTo>
                    <a:pt x="3144405" y="526605"/>
                  </a:lnTo>
                  <a:lnTo>
                    <a:pt x="3105226" y="492099"/>
                  </a:lnTo>
                  <a:lnTo>
                    <a:pt x="3065348" y="458736"/>
                  </a:lnTo>
                  <a:lnTo>
                    <a:pt x="3024822" y="426504"/>
                  </a:lnTo>
                  <a:lnTo>
                    <a:pt x="2983661" y="395427"/>
                  </a:lnTo>
                  <a:lnTo>
                    <a:pt x="2941891" y="365493"/>
                  </a:lnTo>
                  <a:lnTo>
                    <a:pt x="2899549" y="336740"/>
                  </a:lnTo>
                  <a:lnTo>
                    <a:pt x="2856661" y="309143"/>
                  </a:lnTo>
                  <a:lnTo>
                    <a:pt x="2813240" y="282727"/>
                  </a:lnTo>
                  <a:lnTo>
                    <a:pt x="2769324" y="257492"/>
                  </a:lnTo>
                  <a:lnTo>
                    <a:pt x="2724937" y="233451"/>
                  </a:lnTo>
                  <a:lnTo>
                    <a:pt x="2680106" y="210616"/>
                  </a:lnTo>
                  <a:lnTo>
                    <a:pt x="2634869" y="188988"/>
                  </a:lnTo>
                  <a:lnTo>
                    <a:pt x="3465131" y="1019314"/>
                  </a:lnTo>
                  <a:lnTo>
                    <a:pt x="3544366" y="1019314"/>
                  </a:lnTo>
                  <a:close/>
                </a:path>
              </a:pathLst>
            </a:custGeom>
            <a:solidFill>
              <a:srgbClr val="DBE3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2300" y="2752725"/>
              <a:ext cx="12582525" cy="649605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9038" rIns="0" bIns="0" rtlCol="0" vert="horz">
            <a:spAutoFit/>
          </a:bodyPr>
          <a:lstStyle/>
          <a:p>
            <a:pPr marL="3354704">
              <a:lnSpc>
                <a:spcPct val="100000"/>
              </a:lnSpc>
              <a:spcBef>
                <a:spcPts val="130"/>
              </a:spcBef>
            </a:pPr>
            <a:r>
              <a:rPr dirty="0" sz="8000" spc="-10"/>
              <a:t>Login!</a:t>
            </a:r>
            <a:endParaRPr sz="8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089660">
              <a:lnSpc>
                <a:spcPct val="100000"/>
              </a:lnSpc>
              <a:spcBef>
                <a:spcPts val="130"/>
              </a:spcBef>
            </a:pPr>
            <a:r>
              <a:rPr dirty="0" sz="8000"/>
              <a:t>ADMIN</a:t>
            </a:r>
            <a:r>
              <a:rPr dirty="0" sz="8000" spc="-85"/>
              <a:t> </a:t>
            </a:r>
            <a:r>
              <a:rPr dirty="0" sz="8000" spc="-25"/>
              <a:t>DASHBOARD</a:t>
            </a:r>
            <a:endParaRPr sz="8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825" y="2381250"/>
            <a:ext cx="13820775" cy="6734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661035">
              <a:lnSpc>
                <a:spcPct val="100000"/>
              </a:lnSpc>
              <a:spcBef>
                <a:spcPts val="130"/>
              </a:spcBef>
            </a:pPr>
            <a:r>
              <a:rPr dirty="0" sz="8000"/>
              <a:t>TEACHER</a:t>
            </a:r>
            <a:r>
              <a:rPr dirty="0" sz="8000" spc="-305"/>
              <a:t> </a:t>
            </a:r>
            <a:r>
              <a:rPr dirty="0" sz="8000" spc="-20"/>
              <a:t>DASHBOARD</a:t>
            </a:r>
            <a:endParaRPr sz="8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2352675"/>
            <a:ext cx="141732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2705100"/>
            <a:ext cx="14373225" cy="655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310765">
              <a:lnSpc>
                <a:spcPct val="100000"/>
              </a:lnSpc>
              <a:spcBef>
                <a:spcPts val="130"/>
              </a:spcBef>
            </a:pPr>
            <a:r>
              <a:rPr dirty="0" sz="8000"/>
              <a:t>ADD</a:t>
            </a:r>
            <a:r>
              <a:rPr dirty="0" sz="8000" spc="-75"/>
              <a:t> </a:t>
            </a:r>
            <a:r>
              <a:rPr dirty="0" sz="8000" spc="-10"/>
              <a:t>CLASS</a:t>
            </a:r>
            <a:endParaRPr sz="8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39520">
              <a:lnSpc>
                <a:spcPct val="100000"/>
              </a:lnSpc>
              <a:spcBef>
                <a:spcPts val="130"/>
              </a:spcBef>
            </a:pPr>
            <a:r>
              <a:rPr dirty="0" sz="8000"/>
              <a:t>ADD</a:t>
            </a:r>
            <a:r>
              <a:rPr dirty="0" sz="8000" spc="-65"/>
              <a:t> </a:t>
            </a:r>
            <a:r>
              <a:rPr dirty="0" sz="8000" spc="-10"/>
              <a:t>ASSIGNMENT</a:t>
            </a:r>
            <a:endParaRPr sz="8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900" y="2343150"/>
            <a:ext cx="15535275" cy="6905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487" rIns="0" bIns="0" rtlCol="0" vert="horz">
            <a:spAutoFit/>
          </a:bodyPr>
          <a:lstStyle/>
          <a:p>
            <a:pPr marL="1984375">
              <a:lnSpc>
                <a:spcPct val="100000"/>
              </a:lnSpc>
              <a:spcBef>
                <a:spcPts val="130"/>
              </a:spcBef>
            </a:pPr>
            <a:r>
              <a:rPr dirty="0" sz="6350" spc="-254" b="0">
                <a:latin typeface="Arial Black"/>
                <a:cs typeface="Arial Black"/>
              </a:rPr>
              <a:t>ADD</a:t>
            </a:r>
            <a:r>
              <a:rPr dirty="0" sz="6350" spc="-675" b="0">
                <a:latin typeface="Arial Black"/>
                <a:cs typeface="Arial Black"/>
              </a:rPr>
              <a:t> </a:t>
            </a:r>
            <a:r>
              <a:rPr dirty="0" sz="6350" spc="-595" b="0">
                <a:latin typeface="Arial Black"/>
                <a:cs typeface="Arial Black"/>
              </a:rPr>
              <a:t>COURSE</a:t>
            </a:r>
            <a:endParaRPr sz="635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0825" y="2400300"/>
            <a:ext cx="13458825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807630" y="8308333"/>
            <a:ext cx="2480945" cy="1978660"/>
          </a:xfrm>
          <a:custGeom>
            <a:avLst/>
            <a:gdLst/>
            <a:ahLst/>
            <a:cxnLst/>
            <a:rect l="l" t="t" r="r" b="b"/>
            <a:pathLst>
              <a:path w="2480944" h="1978659">
                <a:moveTo>
                  <a:pt x="2480369" y="0"/>
                </a:moveTo>
                <a:lnTo>
                  <a:pt x="2416977" y="1470"/>
                </a:lnTo>
                <a:lnTo>
                  <a:pt x="2368877" y="3680"/>
                </a:lnTo>
                <a:lnTo>
                  <a:pt x="2321011" y="6761"/>
                </a:lnTo>
                <a:lnTo>
                  <a:pt x="2273385" y="10705"/>
                </a:lnTo>
                <a:lnTo>
                  <a:pt x="2226007" y="15503"/>
                </a:lnTo>
                <a:lnTo>
                  <a:pt x="2178885" y="21149"/>
                </a:lnTo>
                <a:lnTo>
                  <a:pt x="2132027" y="27635"/>
                </a:lnTo>
                <a:lnTo>
                  <a:pt x="2085441" y="34952"/>
                </a:lnTo>
                <a:lnTo>
                  <a:pt x="2039135" y="43093"/>
                </a:lnTo>
                <a:lnTo>
                  <a:pt x="1993116" y="52050"/>
                </a:lnTo>
                <a:lnTo>
                  <a:pt x="1947392" y="61815"/>
                </a:lnTo>
                <a:lnTo>
                  <a:pt x="1901971" y="72381"/>
                </a:lnTo>
                <a:lnTo>
                  <a:pt x="1856860" y="83740"/>
                </a:lnTo>
                <a:lnTo>
                  <a:pt x="1812069" y="95884"/>
                </a:lnTo>
                <a:lnTo>
                  <a:pt x="1767603" y="108804"/>
                </a:lnTo>
                <a:lnTo>
                  <a:pt x="1723472" y="122495"/>
                </a:lnTo>
                <a:lnTo>
                  <a:pt x="1679683" y="136946"/>
                </a:lnTo>
                <a:lnTo>
                  <a:pt x="1636244" y="152152"/>
                </a:lnTo>
                <a:lnTo>
                  <a:pt x="1593162" y="168104"/>
                </a:lnTo>
                <a:lnTo>
                  <a:pt x="1550445" y="184794"/>
                </a:lnTo>
                <a:lnTo>
                  <a:pt x="1508102" y="202214"/>
                </a:lnTo>
                <a:lnTo>
                  <a:pt x="1466140" y="220357"/>
                </a:lnTo>
                <a:lnTo>
                  <a:pt x="1424567" y="239215"/>
                </a:lnTo>
                <a:lnTo>
                  <a:pt x="1383391" y="258780"/>
                </a:lnTo>
                <a:lnTo>
                  <a:pt x="1342619" y="279044"/>
                </a:lnTo>
                <a:lnTo>
                  <a:pt x="1302259" y="300000"/>
                </a:lnTo>
                <a:lnTo>
                  <a:pt x="1262319" y="321639"/>
                </a:lnTo>
                <a:lnTo>
                  <a:pt x="1222807" y="343954"/>
                </a:lnTo>
                <a:lnTo>
                  <a:pt x="1183731" y="366938"/>
                </a:lnTo>
                <a:lnTo>
                  <a:pt x="1145098" y="390582"/>
                </a:lnTo>
                <a:lnTo>
                  <a:pt x="1106917" y="414879"/>
                </a:lnTo>
                <a:lnTo>
                  <a:pt x="1069195" y="439820"/>
                </a:lnTo>
                <a:lnTo>
                  <a:pt x="1031939" y="465398"/>
                </a:lnTo>
                <a:lnTo>
                  <a:pt x="995159" y="491606"/>
                </a:lnTo>
                <a:lnTo>
                  <a:pt x="958861" y="518435"/>
                </a:lnTo>
                <a:lnTo>
                  <a:pt x="923053" y="545877"/>
                </a:lnTo>
                <a:lnTo>
                  <a:pt x="887744" y="573926"/>
                </a:lnTo>
                <a:lnTo>
                  <a:pt x="852940" y="602572"/>
                </a:lnTo>
                <a:lnTo>
                  <a:pt x="818650" y="631809"/>
                </a:lnTo>
                <a:lnTo>
                  <a:pt x="784882" y="661629"/>
                </a:lnTo>
                <a:lnTo>
                  <a:pt x="751643" y="692023"/>
                </a:lnTo>
                <a:lnTo>
                  <a:pt x="718941" y="722984"/>
                </a:lnTo>
                <a:lnTo>
                  <a:pt x="686785" y="754504"/>
                </a:lnTo>
                <a:lnTo>
                  <a:pt x="655181" y="786575"/>
                </a:lnTo>
                <a:lnTo>
                  <a:pt x="624138" y="819190"/>
                </a:lnTo>
                <a:lnTo>
                  <a:pt x="593663" y="852341"/>
                </a:lnTo>
                <a:lnTo>
                  <a:pt x="563764" y="886020"/>
                </a:lnTo>
                <a:lnTo>
                  <a:pt x="534450" y="920219"/>
                </a:lnTo>
                <a:lnTo>
                  <a:pt x="505727" y="954931"/>
                </a:lnTo>
                <a:lnTo>
                  <a:pt x="477604" y="990147"/>
                </a:lnTo>
                <a:lnTo>
                  <a:pt x="450089" y="1025860"/>
                </a:lnTo>
                <a:lnTo>
                  <a:pt x="423188" y="1062062"/>
                </a:lnTo>
                <a:lnTo>
                  <a:pt x="396911" y="1098745"/>
                </a:lnTo>
                <a:lnTo>
                  <a:pt x="371265" y="1135902"/>
                </a:lnTo>
                <a:lnTo>
                  <a:pt x="346257" y="1173524"/>
                </a:lnTo>
                <a:lnTo>
                  <a:pt x="321896" y="1211605"/>
                </a:lnTo>
                <a:lnTo>
                  <a:pt x="298189" y="1250135"/>
                </a:lnTo>
                <a:lnTo>
                  <a:pt x="275145" y="1289108"/>
                </a:lnTo>
                <a:lnTo>
                  <a:pt x="252770" y="1328516"/>
                </a:lnTo>
                <a:lnTo>
                  <a:pt x="231073" y="1368350"/>
                </a:lnTo>
                <a:lnTo>
                  <a:pt x="210061" y="1408603"/>
                </a:lnTo>
                <a:lnTo>
                  <a:pt x="189743" y="1449267"/>
                </a:lnTo>
                <a:lnTo>
                  <a:pt x="170126" y="1490335"/>
                </a:lnTo>
                <a:lnTo>
                  <a:pt x="151218" y="1531799"/>
                </a:lnTo>
                <a:lnTo>
                  <a:pt x="133027" y="1573650"/>
                </a:lnTo>
                <a:lnTo>
                  <a:pt x="115560" y="1615881"/>
                </a:lnTo>
                <a:lnTo>
                  <a:pt x="98826" y="1658485"/>
                </a:lnTo>
                <a:lnTo>
                  <a:pt x="82832" y="1701453"/>
                </a:lnTo>
                <a:lnTo>
                  <a:pt x="67586" y="1744778"/>
                </a:lnTo>
                <a:lnTo>
                  <a:pt x="53096" y="1788451"/>
                </a:lnTo>
                <a:lnTo>
                  <a:pt x="39369" y="1832466"/>
                </a:lnTo>
                <a:lnTo>
                  <a:pt x="26414" y="1876814"/>
                </a:lnTo>
                <a:lnTo>
                  <a:pt x="14238" y="1921488"/>
                </a:lnTo>
                <a:lnTo>
                  <a:pt x="2849" y="1966479"/>
                </a:lnTo>
                <a:lnTo>
                  <a:pt x="0" y="1978664"/>
                </a:lnTo>
                <a:lnTo>
                  <a:pt x="2480369" y="1978664"/>
                </a:lnTo>
                <a:lnTo>
                  <a:pt x="2480369" y="0"/>
                </a:lnTo>
                <a:close/>
              </a:path>
            </a:pathLst>
          </a:custGeom>
          <a:solidFill>
            <a:srgbClr val="6AA8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2747010" cy="2653030"/>
          </a:xfrm>
          <a:custGeom>
            <a:avLst/>
            <a:gdLst/>
            <a:ahLst/>
            <a:cxnLst/>
            <a:rect l="l" t="t" r="r" b="b"/>
            <a:pathLst>
              <a:path w="2747010" h="2653030">
                <a:moveTo>
                  <a:pt x="0" y="2653011"/>
                </a:moveTo>
                <a:lnTo>
                  <a:pt x="0" y="0"/>
                </a:lnTo>
                <a:lnTo>
                  <a:pt x="2746696" y="0"/>
                </a:lnTo>
                <a:lnTo>
                  <a:pt x="2742105" y="23753"/>
                </a:lnTo>
                <a:lnTo>
                  <a:pt x="2732636" y="69308"/>
                </a:lnTo>
                <a:lnTo>
                  <a:pt x="2722548" y="114634"/>
                </a:lnTo>
                <a:lnTo>
                  <a:pt x="2711849" y="159725"/>
                </a:lnTo>
                <a:lnTo>
                  <a:pt x="2700541" y="204577"/>
                </a:lnTo>
                <a:lnTo>
                  <a:pt x="2688629" y="249185"/>
                </a:lnTo>
                <a:lnTo>
                  <a:pt x="2676119" y="293544"/>
                </a:lnTo>
                <a:lnTo>
                  <a:pt x="2663015" y="337650"/>
                </a:lnTo>
                <a:lnTo>
                  <a:pt x="2649320" y="381498"/>
                </a:lnTo>
                <a:lnTo>
                  <a:pt x="2635041" y="425084"/>
                </a:lnTo>
                <a:lnTo>
                  <a:pt x="2620182" y="468403"/>
                </a:lnTo>
                <a:lnTo>
                  <a:pt x="2604747" y="511450"/>
                </a:lnTo>
                <a:lnTo>
                  <a:pt x="2588740" y="554221"/>
                </a:lnTo>
                <a:lnTo>
                  <a:pt x="2572167" y="596711"/>
                </a:lnTo>
                <a:lnTo>
                  <a:pt x="2555032" y="638916"/>
                </a:lnTo>
                <a:lnTo>
                  <a:pt x="2537340" y="680830"/>
                </a:lnTo>
                <a:lnTo>
                  <a:pt x="2519095" y="722450"/>
                </a:lnTo>
                <a:lnTo>
                  <a:pt x="2500302" y="763770"/>
                </a:lnTo>
                <a:lnTo>
                  <a:pt x="2480966" y="804786"/>
                </a:lnTo>
                <a:lnTo>
                  <a:pt x="2461090" y="845493"/>
                </a:lnTo>
                <a:lnTo>
                  <a:pt x="2440681" y="885887"/>
                </a:lnTo>
                <a:lnTo>
                  <a:pt x="2419742" y="925963"/>
                </a:lnTo>
                <a:lnTo>
                  <a:pt x="2398277" y="965717"/>
                </a:lnTo>
                <a:lnTo>
                  <a:pt x="2376293" y="1005144"/>
                </a:lnTo>
                <a:lnTo>
                  <a:pt x="2353793" y="1044238"/>
                </a:lnTo>
                <a:lnTo>
                  <a:pt x="2330781" y="1082997"/>
                </a:lnTo>
                <a:lnTo>
                  <a:pt x="2307263" y="1121414"/>
                </a:lnTo>
                <a:lnTo>
                  <a:pt x="2283243" y="1159485"/>
                </a:lnTo>
                <a:lnTo>
                  <a:pt x="2258726" y="1197207"/>
                </a:lnTo>
                <a:lnTo>
                  <a:pt x="2233716" y="1234573"/>
                </a:lnTo>
                <a:lnTo>
                  <a:pt x="2208218" y="1271580"/>
                </a:lnTo>
                <a:lnTo>
                  <a:pt x="2182237" y="1308222"/>
                </a:lnTo>
                <a:lnTo>
                  <a:pt x="2155777" y="1344496"/>
                </a:lnTo>
                <a:lnTo>
                  <a:pt x="2128842" y="1380396"/>
                </a:lnTo>
                <a:lnTo>
                  <a:pt x="2101438" y="1415919"/>
                </a:lnTo>
                <a:lnTo>
                  <a:pt x="2073569" y="1451058"/>
                </a:lnTo>
                <a:lnTo>
                  <a:pt x="2045240" y="1485811"/>
                </a:lnTo>
                <a:lnTo>
                  <a:pt x="2016455" y="1520171"/>
                </a:lnTo>
                <a:lnTo>
                  <a:pt x="1987218" y="1554135"/>
                </a:lnTo>
                <a:lnTo>
                  <a:pt x="1957535" y="1587697"/>
                </a:lnTo>
                <a:lnTo>
                  <a:pt x="1927411" y="1620854"/>
                </a:lnTo>
                <a:lnTo>
                  <a:pt x="1896849" y="1653601"/>
                </a:lnTo>
                <a:lnTo>
                  <a:pt x="1865854" y="1685932"/>
                </a:lnTo>
                <a:lnTo>
                  <a:pt x="1834431" y="1717844"/>
                </a:lnTo>
                <a:lnTo>
                  <a:pt x="1802585" y="1749331"/>
                </a:lnTo>
                <a:lnTo>
                  <a:pt x="1770320" y="1780389"/>
                </a:lnTo>
                <a:lnTo>
                  <a:pt x="1737641" y="1811014"/>
                </a:lnTo>
                <a:lnTo>
                  <a:pt x="1704552" y="1841201"/>
                </a:lnTo>
                <a:lnTo>
                  <a:pt x="1671059" y="1870945"/>
                </a:lnTo>
                <a:lnTo>
                  <a:pt x="1637165" y="1900241"/>
                </a:lnTo>
                <a:lnTo>
                  <a:pt x="1602875" y="1929085"/>
                </a:lnTo>
                <a:lnTo>
                  <a:pt x="1568194" y="1957473"/>
                </a:lnTo>
                <a:lnTo>
                  <a:pt x="1533126" y="1985399"/>
                </a:lnTo>
                <a:lnTo>
                  <a:pt x="1497677" y="2012860"/>
                </a:lnTo>
                <a:lnTo>
                  <a:pt x="1461850" y="2039850"/>
                </a:lnTo>
                <a:lnTo>
                  <a:pt x="1425651" y="2066364"/>
                </a:lnTo>
                <a:lnTo>
                  <a:pt x="1389084" y="2092399"/>
                </a:lnTo>
                <a:lnTo>
                  <a:pt x="1352153" y="2117949"/>
                </a:lnTo>
                <a:lnTo>
                  <a:pt x="1314864" y="2143011"/>
                </a:lnTo>
                <a:lnTo>
                  <a:pt x="1277220" y="2167578"/>
                </a:lnTo>
                <a:lnTo>
                  <a:pt x="1239227" y="2191648"/>
                </a:lnTo>
                <a:lnTo>
                  <a:pt x="1200888" y="2215214"/>
                </a:lnTo>
                <a:lnTo>
                  <a:pt x="1162210" y="2238273"/>
                </a:lnTo>
                <a:lnTo>
                  <a:pt x="1123195" y="2260819"/>
                </a:lnTo>
                <a:lnTo>
                  <a:pt x="1083850" y="2282849"/>
                </a:lnTo>
                <a:lnTo>
                  <a:pt x="1044178" y="2304357"/>
                </a:lnTo>
                <a:lnTo>
                  <a:pt x="1004184" y="2325339"/>
                </a:lnTo>
                <a:lnTo>
                  <a:pt x="963873" y="2345791"/>
                </a:lnTo>
                <a:lnTo>
                  <a:pt x="923249" y="2365707"/>
                </a:lnTo>
                <a:lnTo>
                  <a:pt x="882318" y="2385083"/>
                </a:lnTo>
                <a:lnTo>
                  <a:pt x="841083" y="2403915"/>
                </a:lnTo>
                <a:lnTo>
                  <a:pt x="799549" y="2422197"/>
                </a:lnTo>
                <a:lnTo>
                  <a:pt x="757720" y="2439926"/>
                </a:lnTo>
                <a:lnTo>
                  <a:pt x="715603" y="2457096"/>
                </a:lnTo>
                <a:lnTo>
                  <a:pt x="673200" y="2473703"/>
                </a:lnTo>
                <a:lnTo>
                  <a:pt x="630517" y="2489742"/>
                </a:lnTo>
                <a:lnTo>
                  <a:pt x="587559" y="2505209"/>
                </a:lnTo>
                <a:lnTo>
                  <a:pt x="544329" y="2520099"/>
                </a:lnTo>
                <a:lnTo>
                  <a:pt x="500833" y="2534408"/>
                </a:lnTo>
                <a:lnTo>
                  <a:pt x="457074" y="2548130"/>
                </a:lnTo>
                <a:lnTo>
                  <a:pt x="413059" y="2561261"/>
                </a:lnTo>
                <a:lnTo>
                  <a:pt x="368791" y="2573797"/>
                </a:lnTo>
                <a:lnTo>
                  <a:pt x="324275" y="2585733"/>
                </a:lnTo>
                <a:lnTo>
                  <a:pt x="279516" y="2597064"/>
                </a:lnTo>
                <a:lnTo>
                  <a:pt x="234518" y="2607786"/>
                </a:lnTo>
                <a:lnTo>
                  <a:pt x="189285" y="2617894"/>
                </a:lnTo>
                <a:lnTo>
                  <a:pt x="143823" y="2627383"/>
                </a:lnTo>
                <a:lnTo>
                  <a:pt x="98137" y="2636249"/>
                </a:lnTo>
                <a:lnTo>
                  <a:pt x="52229" y="2644487"/>
                </a:lnTo>
                <a:lnTo>
                  <a:pt x="6107" y="2652093"/>
                </a:lnTo>
                <a:lnTo>
                  <a:pt x="0" y="2653011"/>
                </a:lnTo>
                <a:close/>
              </a:path>
            </a:pathLst>
          </a:custGeom>
          <a:solidFill>
            <a:srgbClr val="6AA8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235123" y="0"/>
            <a:ext cx="2052955" cy="1024890"/>
          </a:xfrm>
          <a:custGeom>
            <a:avLst/>
            <a:gdLst/>
            <a:ahLst/>
            <a:cxnLst/>
            <a:rect l="l" t="t" r="r" b="b"/>
            <a:pathLst>
              <a:path w="2052955" h="1024890">
                <a:moveTo>
                  <a:pt x="2052874" y="0"/>
                </a:moveTo>
                <a:lnTo>
                  <a:pt x="0" y="0"/>
                </a:lnTo>
                <a:lnTo>
                  <a:pt x="0" y="1024514"/>
                </a:lnTo>
                <a:lnTo>
                  <a:pt x="2052874" y="1024516"/>
                </a:lnTo>
                <a:lnTo>
                  <a:pt x="2052874" y="0"/>
                </a:lnTo>
                <a:close/>
              </a:path>
            </a:pathLst>
          </a:custGeom>
          <a:solidFill>
            <a:srgbClr val="6AA8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096162" y="9267685"/>
            <a:ext cx="3544570" cy="1019810"/>
          </a:xfrm>
          <a:custGeom>
            <a:avLst/>
            <a:gdLst/>
            <a:ahLst/>
            <a:cxnLst/>
            <a:rect l="l" t="t" r="r" b="b"/>
            <a:pathLst>
              <a:path w="3544569" h="1019809">
                <a:moveTo>
                  <a:pt x="129527" y="1019314"/>
                </a:moveTo>
                <a:lnTo>
                  <a:pt x="49580" y="939355"/>
                </a:lnTo>
                <a:lnTo>
                  <a:pt x="32054" y="966698"/>
                </a:lnTo>
                <a:lnTo>
                  <a:pt x="15138" y="994003"/>
                </a:lnTo>
                <a:lnTo>
                  <a:pt x="0" y="1019314"/>
                </a:lnTo>
                <a:lnTo>
                  <a:pt x="129527" y="1019314"/>
                </a:lnTo>
                <a:close/>
              </a:path>
              <a:path w="3544569" h="1019809">
                <a:moveTo>
                  <a:pt x="480898" y="1019314"/>
                </a:moveTo>
                <a:lnTo>
                  <a:pt x="198374" y="736777"/>
                </a:lnTo>
                <a:lnTo>
                  <a:pt x="139827" y="810285"/>
                </a:lnTo>
                <a:lnTo>
                  <a:pt x="120802" y="834898"/>
                </a:lnTo>
                <a:lnTo>
                  <a:pt x="305219" y="1019314"/>
                </a:lnTo>
                <a:lnTo>
                  <a:pt x="480898" y="1019314"/>
                </a:lnTo>
                <a:close/>
              </a:path>
              <a:path w="3544569" h="1019809">
                <a:moveTo>
                  <a:pt x="830707" y="1019314"/>
                </a:moveTo>
                <a:lnTo>
                  <a:pt x="367779" y="556361"/>
                </a:lnTo>
                <a:lnTo>
                  <a:pt x="323456" y="598982"/>
                </a:lnTo>
                <a:lnTo>
                  <a:pt x="280708" y="643293"/>
                </a:lnTo>
                <a:lnTo>
                  <a:pt x="656666" y="1019314"/>
                </a:lnTo>
                <a:lnTo>
                  <a:pt x="830707" y="1019314"/>
                </a:lnTo>
                <a:close/>
              </a:path>
              <a:path w="3544569" h="1019809">
                <a:moveTo>
                  <a:pt x="1182192" y="1019314"/>
                </a:moveTo>
                <a:lnTo>
                  <a:pt x="559320" y="396405"/>
                </a:lnTo>
                <a:lnTo>
                  <a:pt x="510247" y="434581"/>
                </a:lnTo>
                <a:lnTo>
                  <a:pt x="461162" y="473849"/>
                </a:lnTo>
                <a:lnTo>
                  <a:pt x="1006563" y="1019314"/>
                </a:lnTo>
                <a:lnTo>
                  <a:pt x="1182192" y="1019314"/>
                </a:lnTo>
                <a:close/>
              </a:path>
              <a:path w="3544569" h="1019809">
                <a:moveTo>
                  <a:pt x="1533690" y="1019314"/>
                </a:moveTo>
                <a:lnTo>
                  <a:pt x="773049" y="258622"/>
                </a:lnTo>
                <a:lnTo>
                  <a:pt x="745731" y="274408"/>
                </a:lnTo>
                <a:lnTo>
                  <a:pt x="718426" y="290741"/>
                </a:lnTo>
                <a:lnTo>
                  <a:pt x="691121" y="307644"/>
                </a:lnTo>
                <a:lnTo>
                  <a:pt x="663816" y="325094"/>
                </a:lnTo>
                <a:lnTo>
                  <a:pt x="1357998" y="1019314"/>
                </a:lnTo>
                <a:lnTo>
                  <a:pt x="1533690" y="1019314"/>
                </a:lnTo>
                <a:close/>
              </a:path>
              <a:path w="3544569" h="1019809">
                <a:moveTo>
                  <a:pt x="1883549" y="1019314"/>
                </a:moveTo>
                <a:lnTo>
                  <a:pt x="1010500" y="146151"/>
                </a:lnTo>
                <a:lnTo>
                  <a:pt x="979881" y="158356"/>
                </a:lnTo>
                <a:lnTo>
                  <a:pt x="949566" y="171310"/>
                </a:lnTo>
                <a:lnTo>
                  <a:pt x="919238" y="185140"/>
                </a:lnTo>
                <a:lnTo>
                  <a:pt x="888606" y="199961"/>
                </a:lnTo>
                <a:lnTo>
                  <a:pt x="1707857" y="1019314"/>
                </a:lnTo>
                <a:lnTo>
                  <a:pt x="1883549" y="1019314"/>
                </a:lnTo>
                <a:close/>
              </a:path>
              <a:path w="3544569" h="1019809">
                <a:moveTo>
                  <a:pt x="2235606" y="1019314"/>
                </a:moveTo>
                <a:lnTo>
                  <a:pt x="1276464" y="60680"/>
                </a:lnTo>
                <a:lnTo>
                  <a:pt x="1242060" y="69354"/>
                </a:lnTo>
                <a:lnTo>
                  <a:pt x="1207795" y="78574"/>
                </a:lnTo>
                <a:lnTo>
                  <a:pt x="1173835" y="88341"/>
                </a:lnTo>
                <a:lnTo>
                  <a:pt x="1140333" y="98666"/>
                </a:lnTo>
                <a:lnTo>
                  <a:pt x="2060841" y="1019314"/>
                </a:lnTo>
                <a:lnTo>
                  <a:pt x="2235606" y="1019314"/>
                </a:lnTo>
                <a:close/>
              </a:path>
              <a:path w="3544569" h="1019809">
                <a:moveTo>
                  <a:pt x="2587231" y="1019314"/>
                </a:moveTo>
                <a:lnTo>
                  <a:pt x="1577263" y="8559"/>
                </a:lnTo>
                <a:lnTo>
                  <a:pt x="1499095" y="18453"/>
                </a:lnTo>
                <a:lnTo>
                  <a:pt x="1460385" y="24142"/>
                </a:lnTo>
                <a:lnTo>
                  <a:pt x="1422120" y="30721"/>
                </a:lnTo>
                <a:lnTo>
                  <a:pt x="2410688" y="1019314"/>
                </a:lnTo>
                <a:lnTo>
                  <a:pt x="2587231" y="1019314"/>
                </a:lnTo>
                <a:close/>
              </a:path>
              <a:path w="3544569" h="1019809">
                <a:moveTo>
                  <a:pt x="2937853" y="1019314"/>
                </a:moveTo>
                <a:lnTo>
                  <a:pt x="1924011" y="5397"/>
                </a:lnTo>
                <a:lnTo>
                  <a:pt x="1878901" y="2387"/>
                </a:lnTo>
                <a:lnTo>
                  <a:pt x="1833753" y="596"/>
                </a:lnTo>
                <a:lnTo>
                  <a:pt x="1788617" y="0"/>
                </a:lnTo>
                <a:lnTo>
                  <a:pt x="1743481" y="546"/>
                </a:lnTo>
                <a:lnTo>
                  <a:pt x="2762148" y="1019314"/>
                </a:lnTo>
                <a:lnTo>
                  <a:pt x="2937853" y="1019314"/>
                </a:lnTo>
                <a:close/>
              </a:path>
              <a:path w="3544569" h="1019809">
                <a:moveTo>
                  <a:pt x="3289376" y="1019314"/>
                </a:moveTo>
                <a:lnTo>
                  <a:pt x="2352979" y="82842"/>
                </a:lnTo>
                <a:lnTo>
                  <a:pt x="2307399" y="70129"/>
                </a:lnTo>
                <a:lnTo>
                  <a:pt x="2261819" y="58572"/>
                </a:lnTo>
                <a:lnTo>
                  <a:pt x="2216251" y="48158"/>
                </a:lnTo>
                <a:lnTo>
                  <a:pt x="2170671" y="38874"/>
                </a:lnTo>
                <a:lnTo>
                  <a:pt x="2125091" y="30721"/>
                </a:lnTo>
                <a:lnTo>
                  <a:pt x="3113608" y="1019314"/>
                </a:lnTo>
                <a:lnTo>
                  <a:pt x="3289376" y="1019314"/>
                </a:lnTo>
                <a:close/>
              </a:path>
              <a:path w="3544569" h="1019809">
                <a:moveTo>
                  <a:pt x="3544366" y="1019314"/>
                </a:moveTo>
                <a:lnTo>
                  <a:pt x="3510788" y="963320"/>
                </a:lnTo>
                <a:lnTo>
                  <a:pt x="3483292" y="920521"/>
                </a:lnTo>
                <a:lnTo>
                  <a:pt x="3454616" y="878268"/>
                </a:lnTo>
                <a:lnTo>
                  <a:pt x="3424758" y="836561"/>
                </a:lnTo>
                <a:lnTo>
                  <a:pt x="3393719" y="795426"/>
                </a:lnTo>
                <a:lnTo>
                  <a:pt x="3361486" y="754888"/>
                </a:lnTo>
                <a:lnTo>
                  <a:pt x="3328060" y="714959"/>
                </a:lnTo>
                <a:lnTo>
                  <a:pt x="3293427" y="675652"/>
                </a:lnTo>
                <a:lnTo>
                  <a:pt x="3257613" y="636993"/>
                </a:lnTo>
                <a:lnTo>
                  <a:pt x="3220593" y="598982"/>
                </a:lnTo>
                <a:lnTo>
                  <a:pt x="3182874" y="562241"/>
                </a:lnTo>
                <a:lnTo>
                  <a:pt x="3144405" y="526605"/>
                </a:lnTo>
                <a:lnTo>
                  <a:pt x="3105226" y="492099"/>
                </a:lnTo>
                <a:lnTo>
                  <a:pt x="3065348" y="458736"/>
                </a:lnTo>
                <a:lnTo>
                  <a:pt x="3024822" y="426504"/>
                </a:lnTo>
                <a:lnTo>
                  <a:pt x="2983661" y="395427"/>
                </a:lnTo>
                <a:lnTo>
                  <a:pt x="2941891" y="365493"/>
                </a:lnTo>
                <a:lnTo>
                  <a:pt x="2899549" y="336740"/>
                </a:lnTo>
                <a:lnTo>
                  <a:pt x="2856661" y="309143"/>
                </a:lnTo>
                <a:lnTo>
                  <a:pt x="2813240" y="282727"/>
                </a:lnTo>
                <a:lnTo>
                  <a:pt x="2769324" y="257492"/>
                </a:lnTo>
                <a:lnTo>
                  <a:pt x="2724937" y="233451"/>
                </a:lnTo>
                <a:lnTo>
                  <a:pt x="2680106" y="210616"/>
                </a:lnTo>
                <a:lnTo>
                  <a:pt x="2634869" y="188988"/>
                </a:lnTo>
                <a:lnTo>
                  <a:pt x="3465131" y="1019314"/>
                </a:lnTo>
                <a:lnTo>
                  <a:pt x="3544366" y="1019314"/>
                </a:lnTo>
                <a:close/>
              </a:path>
            </a:pathLst>
          </a:custGeom>
          <a:solidFill>
            <a:srgbClr val="DBE3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768" y="938930"/>
            <a:ext cx="65403" cy="7739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405536" y="0"/>
            <a:ext cx="3234055" cy="1554480"/>
          </a:xfrm>
          <a:custGeom>
            <a:avLst/>
            <a:gdLst/>
            <a:ahLst/>
            <a:cxnLst/>
            <a:rect l="l" t="t" r="r" b="b"/>
            <a:pathLst>
              <a:path w="3234054" h="1554480">
                <a:moveTo>
                  <a:pt x="925118" y="1371371"/>
                </a:moveTo>
                <a:lnTo>
                  <a:pt x="117094" y="415505"/>
                </a:lnTo>
                <a:lnTo>
                  <a:pt x="135940" y="462305"/>
                </a:lnTo>
                <a:lnTo>
                  <a:pt x="155892" y="508635"/>
                </a:lnTo>
                <a:lnTo>
                  <a:pt x="176987" y="554469"/>
                </a:lnTo>
                <a:lnTo>
                  <a:pt x="199186" y="599757"/>
                </a:lnTo>
                <a:lnTo>
                  <a:pt x="222516" y="644474"/>
                </a:lnTo>
                <a:lnTo>
                  <a:pt x="246964" y="688594"/>
                </a:lnTo>
                <a:lnTo>
                  <a:pt x="272529" y="732078"/>
                </a:lnTo>
                <a:lnTo>
                  <a:pt x="299224" y="774903"/>
                </a:lnTo>
                <a:lnTo>
                  <a:pt x="327037" y="817041"/>
                </a:lnTo>
                <a:lnTo>
                  <a:pt x="355981" y="858443"/>
                </a:lnTo>
                <a:lnTo>
                  <a:pt x="386041" y="899083"/>
                </a:lnTo>
                <a:lnTo>
                  <a:pt x="417220" y="938936"/>
                </a:lnTo>
                <a:lnTo>
                  <a:pt x="482625" y="1016330"/>
                </a:lnTo>
                <a:lnTo>
                  <a:pt x="519417" y="1056500"/>
                </a:lnTo>
                <a:lnTo>
                  <a:pt x="556996" y="1095095"/>
                </a:lnTo>
                <a:lnTo>
                  <a:pt x="595337" y="1132116"/>
                </a:lnTo>
                <a:lnTo>
                  <a:pt x="634390" y="1167549"/>
                </a:lnTo>
                <a:lnTo>
                  <a:pt x="674141" y="1201407"/>
                </a:lnTo>
                <a:lnTo>
                  <a:pt x="714540" y="1233678"/>
                </a:lnTo>
                <a:lnTo>
                  <a:pt x="755561" y="1264373"/>
                </a:lnTo>
                <a:lnTo>
                  <a:pt x="797166" y="1293495"/>
                </a:lnTo>
                <a:lnTo>
                  <a:pt x="839317" y="1321028"/>
                </a:lnTo>
                <a:lnTo>
                  <a:pt x="881976" y="1346987"/>
                </a:lnTo>
                <a:lnTo>
                  <a:pt x="925118" y="1371371"/>
                </a:lnTo>
                <a:close/>
              </a:path>
              <a:path w="3234054" h="1554480">
                <a:moveTo>
                  <a:pt x="1338122" y="1524609"/>
                </a:moveTo>
                <a:lnTo>
                  <a:pt x="49326" y="0"/>
                </a:lnTo>
                <a:lnTo>
                  <a:pt x="0" y="0"/>
                </a:lnTo>
                <a:lnTo>
                  <a:pt x="18402" y="91655"/>
                </a:lnTo>
                <a:lnTo>
                  <a:pt x="31165" y="145415"/>
                </a:lnTo>
                <a:lnTo>
                  <a:pt x="1153439" y="1473022"/>
                </a:lnTo>
                <a:lnTo>
                  <a:pt x="1199603" y="1488122"/>
                </a:lnTo>
                <a:lnTo>
                  <a:pt x="1245781" y="1501660"/>
                </a:lnTo>
                <a:lnTo>
                  <a:pt x="1291945" y="1513776"/>
                </a:lnTo>
                <a:lnTo>
                  <a:pt x="1338122" y="1524609"/>
                </a:lnTo>
                <a:close/>
              </a:path>
              <a:path w="3234054" h="1554480">
                <a:moveTo>
                  <a:pt x="1647228" y="1553438"/>
                </a:moveTo>
                <a:lnTo>
                  <a:pt x="334060" y="0"/>
                </a:lnTo>
                <a:lnTo>
                  <a:pt x="191681" y="0"/>
                </a:lnTo>
                <a:lnTo>
                  <a:pt x="1501000" y="1548879"/>
                </a:lnTo>
                <a:lnTo>
                  <a:pt x="1537563" y="1551724"/>
                </a:lnTo>
                <a:lnTo>
                  <a:pt x="1574126" y="1553438"/>
                </a:lnTo>
                <a:lnTo>
                  <a:pt x="1610677" y="1554010"/>
                </a:lnTo>
                <a:lnTo>
                  <a:pt x="1647228" y="1553438"/>
                </a:lnTo>
                <a:close/>
              </a:path>
              <a:path w="3234054" h="1554480">
                <a:moveTo>
                  <a:pt x="1907578" y="1524609"/>
                </a:moveTo>
                <a:lnTo>
                  <a:pt x="617956" y="0"/>
                </a:lnTo>
                <a:lnTo>
                  <a:pt x="476440" y="0"/>
                </a:lnTo>
                <a:lnTo>
                  <a:pt x="1781937" y="1544332"/>
                </a:lnTo>
                <a:lnTo>
                  <a:pt x="1813420" y="1540395"/>
                </a:lnTo>
                <a:lnTo>
                  <a:pt x="1844700" y="1535607"/>
                </a:lnTo>
                <a:lnTo>
                  <a:pt x="1907578" y="1524609"/>
                </a:lnTo>
                <a:close/>
              </a:path>
              <a:path w="3234054" h="1554480">
                <a:moveTo>
                  <a:pt x="2135962" y="1457845"/>
                </a:moveTo>
                <a:lnTo>
                  <a:pt x="902779" y="0"/>
                </a:lnTo>
                <a:lnTo>
                  <a:pt x="761136" y="0"/>
                </a:lnTo>
                <a:lnTo>
                  <a:pt x="2025535" y="1495780"/>
                </a:lnTo>
                <a:lnTo>
                  <a:pt x="2053463" y="1487500"/>
                </a:lnTo>
                <a:lnTo>
                  <a:pt x="2081263" y="1478521"/>
                </a:lnTo>
                <a:lnTo>
                  <a:pt x="2108809" y="1468678"/>
                </a:lnTo>
                <a:lnTo>
                  <a:pt x="2135962" y="1457845"/>
                </a:lnTo>
                <a:close/>
              </a:path>
              <a:path w="3234054" h="1554480">
                <a:moveTo>
                  <a:pt x="2338540" y="1360741"/>
                </a:moveTo>
                <a:lnTo>
                  <a:pt x="1187577" y="0"/>
                </a:lnTo>
                <a:lnTo>
                  <a:pt x="1045921" y="0"/>
                </a:lnTo>
                <a:lnTo>
                  <a:pt x="2239734" y="1412328"/>
                </a:lnTo>
                <a:lnTo>
                  <a:pt x="2264714" y="1400429"/>
                </a:lnTo>
                <a:lnTo>
                  <a:pt x="2289581" y="1387678"/>
                </a:lnTo>
                <a:lnTo>
                  <a:pt x="2314232" y="1374355"/>
                </a:lnTo>
                <a:lnTo>
                  <a:pt x="2338540" y="1360741"/>
                </a:lnTo>
                <a:close/>
              </a:path>
              <a:path w="3234054" h="1554480">
                <a:moveTo>
                  <a:pt x="2520594" y="1240878"/>
                </a:moveTo>
                <a:lnTo>
                  <a:pt x="1471701" y="0"/>
                </a:lnTo>
                <a:lnTo>
                  <a:pt x="1329372" y="0"/>
                </a:lnTo>
                <a:lnTo>
                  <a:pt x="2432215" y="1304594"/>
                </a:lnTo>
                <a:lnTo>
                  <a:pt x="2454287" y="1289519"/>
                </a:lnTo>
                <a:lnTo>
                  <a:pt x="2476398" y="1273886"/>
                </a:lnTo>
                <a:lnTo>
                  <a:pt x="2498509" y="1257668"/>
                </a:lnTo>
                <a:lnTo>
                  <a:pt x="2520594" y="1240878"/>
                </a:lnTo>
                <a:close/>
              </a:path>
              <a:path w="3234054" h="1554480">
                <a:moveTo>
                  <a:pt x="2684869" y="1098270"/>
                </a:moveTo>
                <a:lnTo>
                  <a:pt x="1756460" y="0"/>
                </a:lnTo>
                <a:lnTo>
                  <a:pt x="1614131" y="0"/>
                </a:lnTo>
                <a:lnTo>
                  <a:pt x="2605379" y="1172603"/>
                </a:lnTo>
                <a:lnTo>
                  <a:pt x="2645575" y="1136002"/>
                </a:lnTo>
                <a:lnTo>
                  <a:pt x="2665412" y="1117346"/>
                </a:lnTo>
                <a:lnTo>
                  <a:pt x="2684869" y="1098270"/>
                </a:lnTo>
                <a:close/>
              </a:path>
              <a:path w="3234054" h="1554480">
                <a:moveTo>
                  <a:pt x="2831033" y="935901"/>
                </a:moveTo>
                <a:lnTo>
                  <a:pt x="2039874" y="0"/>
                </a:lnTo>
                <a:lnTo>
                  <a:pt x="1898789" y="0"/>
                </a:lnTo>
                <a:lnTo>
                  <a:pt x="2760434" y="1019365"/>
                </a:lnTo>
                <a:lnTo>
                  <a:pt x="2796502" y="978395"/>
                </a:lnTo>
                <a:lnTo>
                  <a:pt x="2831033" y="935901"/>
                </a:lnTo>
                <a:close/>
              </a:path>
              <a:path w="3234054" h="1554480">
                <a:moveTo>
                  <a:pt x="2960611" y="752322"/>
                </a:moveTo>
                <a:lnTo>
                  <a:pt x="2324633" y="0"/>
                </a:lnTo>
                <a:lnTo>
                  <a:pt x="2182253" y="0"/>
                </a:lnTo>
                <a:lnTo>
                  <a:pt x="2897695" y="846404"/>
                </a:lnTo>
                <a:lnTo>
                  <a:pt x="2913875" y="823379"/>
                </a:lnTo>
                <a:lnTo>
                  <a:pt x="2929661" y="799934"/>
                </a:lnTo>
                <a:lnTo>
                  <a:pt x="2960611" y="752322"/>
                </a:lnTo>
                <a:close/>
              </a:path>
              <a:path w="3234054" h="1554480">
                <a:moveTo>
                  <a:pt x="3072231" y="547497"/>
                </a:moveTo>
                <a:lnTo>
                  <a:pt x="2609418" y="0"/>
                </a:lnTo>
                <a:lnTo>
                  <a:pt x="2467064" y="0"/>
                </a:lnTo>
                <a:lnTo>
                  <a:pt x="3018383" y="652183"/>
                </a:lnTo>
                <a:lnTo>
                  <a:pt x="3032518" y="626008"/>
                </a:lnTo>
                <a:lnTo>
                  <a:pt x="3046209" y="599833"/>
                </a:lnTo>
                <a:lnTo>
                  <a:pt x="3059442" y="573671"/>
                </a:lnTo>
                <a:lnTo>
                  <a:pt x="3072231" y="547497"/>
                </a:lnTo>
                <a:close/>
              </a:path>
              <a:path w="3234054" h="1554480">
                <a:moveTo>
                  <a:pt x="3163176" y="319913"/>
                </a:moveTo>
                <a:lnTo>
                  <a:pt x="2892768" y="0"/>
                </a:lnTo>
                <a:lnTo>
                  <a:pt x="2750426" y="0"/>
                </a:lnTo>
                <a:lnTo>
                  <a:pt x="3119590" y="436740"/>
                </a:lnTo>
                <a:lnTo>
                  <a:pt x="3130918" y="408025"/>
                </a:lnTo>
                <a:lnTo>
                  <a:pt x="3152622" y="349465"/>
                </a:lnTo>
                <a:lnTo>
                  <a:pt x="3163176" y="319913"/>
                </a:lnTo>
                <a:close/>
              </a:path>
              <a:path w="3234054" h="1554480">
                <a:moveTo>
                  <a:pt x="3233775" y="65011"/>
                </a:moveTo>
                <a:lnTo>
                  <a:pt x="3178797" y="0"/>
                </a:lnTo>
                <a:lnTo>
                  <a:pt x="3036405" y="0"/>
                </a:lnTo>
                <a:lnTo>
                  <a:pt x="3201644" y="195491"/>
                </a:lnTo>
                <a:lnTo>
                  <a:pt x="3218218" y="130251"/>
                </a:lnTo>
                <a:lnTo>
                  <a:pt x="3233775" y="65011"/>
                </a:lnTo>
                <a:close/>
              </a:path>
            </a:pathLst>
          </a:custGeom>
          <a:solidFill>
            <a:srgbClr val="DBE3D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0" y="8564902"/>
            <a:ext cx="2748915" cy="1722120"/>
            <a:chOff x="0" y="8564902"/>
            <a:chExt cx="2748915" cy="1722120"/>
          </a:xfrm>
        </p:grpSpPr>
        <p:sp>
          <p:nvSpPr>
            <p:cNvPr id="9" name="object 9" descr=""/>
            <p:cNvSpPr/>
            <p:nvPr/>
          </p:nvSpPr>
          <p:spPr>
            <a:xfrm>
              <a:off x="0" y="9262483"/>
              <a:ext cx="2748915" cy="1024890"/>
            </a:xfrm>
            <a:custGeom>
              <a:avLst/>
              <a:gdLst/>
              <a:ahLst/>
              <a:cxnLst/>
              <a:rect l="l" t="t" r="r" b="b"/>
              <a:pathLst>
                <a:path w="2748915" h="1024890">
                  <a:moveTo>
                    <a:pt x="2619965" y="1024517"/>
                  </a:moveTo>
                  <a:lnTo>
                    <a:pt x="0" y="1024517"/>
                  </a:lnTo>
                  <a:lnTo>
                    <a:pt x="0" y="0"/>
                  </a:lnTo>
                  <a:lnTo>
                    <a:pt x="2748814" y="0"/>
                  </a:lnTo>
                  <a:lnTo>
                    <a:pt x="2748571" y="48528"/>
                  </a:lnTo>
                  <a:lnTo>
                    <a:pt x="2747730" y="96923"/>
                  </a:lnTo>
                  <a:lnTo>
                    <a:pt x="2746333" y="145180"/>
                  </a:lnTo>
                  <a:lnTo>
                    <a:pt x="2744382" y="193296"/>
                  </a:lnTo>
                  <a:lnTo>
                    <a:pt x="2741880" y="241268"/>
                  </a:lnTo>
                  <a:lnTo>
                    <a:pt x="2738832" y="289094"/>
                  </a:lnTo>
                  <a:lnTo>
                    <a:pt x="2735239" y="336770"/>
                  </a:lnTo>
                  <a:lnTo>
                    <a:pt x="2731104" y="384292"/>
                  </a:lnTo>
                  <a:lnTo>
                    <a:pt x="2726432" y="431659"/>
                  </a:lnTo>
                  <a:lnTo>
                    <a:pt x="2721224" y="478866"/>
                  </a:lnTo>
                  <a:lnTo>
                    <a:pt x="2715485" y="525911"/>
                  </a:lnTo>
                  <a:lnTo>
                    <a:pt x="2709216" y="572791"/>
                  </a:lnTo>
                  <a:lnTo>
                    <a:pt x="2702422" y="619503"/>
                  </a:lnTo>
                  <a:lnTo>
                    <a:pt x="2695105" y="666043"/>
                  </a:lnTo>
                  <a:lnTo>
                    <a:pt x="2687269" y="712408"/>
                  </a:lnTo>
                  <a:lnTo>
                    <a:pt x="2678915" y="758596"/>
                  </a:lnTo>
                  <a:lnTo>
                    <a:pt x="2670048" y="804603"/>
                  </a:lnTo>
                  <a:lnTo>
                    <a:pt x="2660671" y="850426"/>
                  </a:lnTo>
                  <a:lnTo>
                    <a:pt x="2650787" y="896062"/>
                  </a:lnTo>
                  <a:lnTo>
                    <a:pt x="2640398" y="941508"/>
                  </a:lnTo>
                  <a:lnTo>
                    <a:pt x="2629508" y="986761"/>
                  </a:lnTo>
                  <a:lnTo>
                    <a:pt x="2619965" y="1024517"/>
                  </a:lnTo>
                  <a:close/>
                </a:path>
              </a:pathLst>
            </a:custGeom>
            <a:solidFill>
              <a:srgbClr val="6AA8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8564902"/>
              <a:ext cx="1472565" cy="1722120"/>
            </a:xfrm>
            <a:custGeom>
              <a:avLst/>
              <a:gdLst/>
              <a:ahLst/>
              <a:cxnLst/>
              <a:rect l="l" t="t" r="r" b="b"/>
              <a:pathLst>
                <a:path w="1472565" h="1722120">
                  <a:moveTo>
                    <a:pt x="1472361" y="0"/>
                  </a:moveTo>
                  <a:lnTo>
                    <a:pt x="709521" y="0"/>
                  </a:lnTo>
                  <a:lnTo>
                    <a:pt x="708712" y="49539"/>
                  </a:lnTo>
                  <a:lnTo>
                    <a:pt x="706031" y="98836"/>
                  </a:lnTo>
                  <a:lnTo>
                    <a:pt x="701499" y="147846"/>
                  </a:lnTo>
                  <a:lnTo>
                    <a:pt x="695135" y="196520"/>
                  </a:lnTo>
                  <a:lnTo>
                    <a:pt x="686959" y="244809"/>
                  </a:lnTo>
                  <a:lnTo>
                    <a:pt x="676992" y="292666"/>
                  </a:lnTo>
                  <a:lnTo>
                    <a:pt x="665252" y="340043"/>
                  </a:lnTo>
                  <a:lnTo>
                    <a:pt x="651760" y="386891"/>
                  </a:lnTo>
                  <a:lnTo>
                    <a:pt x="636537" y="433163"/>
                  </a:lnTo>
                  <a:lnTo>
                    <a:pt x="619601" y="478810"/>
                  </a:lnTo>
                  <a:lnTo>
                    <a:pt x="600972" y="523784"/>
                  </a:lnTo>
                  <a:lnTo>
                    <a:pt x="580671" y="568037"/>
                  </a:lnTo>
                  <a:lnTo>
                    <a:pt x="558718" y="611521"/>
                  </a:lnTo>
                  <a:lnTo>
                    <a:pt x="535132" y="654188"/>
                  </a:lnTo>
                  <a:lnTo>
                    <a:pt x="509934" y="695989"/>
                  </a:lnTo>
                  <a:lnTo>
                    <a:pt x="483142" y="736877"/>
                  </a:lnTo>
                  <a:lnTo>
                    <a:pt x="454778" y="776804"/>
                  </a:lnTo>
                  <a:lnTo>
                    <a:pt x="424861" y="815721"/>
                  </a:lnTo>
                  <a:lnTo>
                    <a:pt x="393411" y="853580"/>
                  </a:lnTo>
                  <a:lnTo>
                    <a:pt x="360447" y="890333"/>
                  </a:lnTo>
                  <a:lnTo>
                    <a:pt x="325990" y="925932"/>
                  </a:lnTo>
                  <a:lnTo>
                    <a:pt x="291430" y="959261"/>
                  </a:lnTo>
                  <a:lnTo>
                    <a:pt x="255970" y="991075"/>
                  </a:lnTo>
                  <a:lnTo>
                    <a:pt x="219653" y="1021373"/>
                  </a:lnTo>
                  <a:lnTo>
                    <a:pt x="182520" y="1050157"/>
                  </a:lnTo>
                  <a:lnTo>
                    <a:pt x="144613" y="1077426"/>
                  </a:lnTo>
                  <a:lnTo>
                    <a:pt x="105975" y="1103180"/>
                  </a:lnTo>
                  <a:lnTo>
                    <a:pt x="66646" y="1127419"/>
                  </a:lnTo>
                  <a:lnTo>
                    <a:pt x="26669" y="1150143"/>
                  </a:lnTo>
                  <a:lnTo>
                    <a:pt x="0" y="1164081"/>
                  </a:lnTo>
                  <a:lnTo>
                    <a:pt x="0" y="1722095"/>
                  </a:lnTo>
                  <a:lnTo>
                    <a:pt x="553343" y="1722095"/>
                  </a:lnTo>
                  <a:lnTo>
                    <a:pt x="557622" y="1719284"/>
                  </a:lnTo>
                  <a:lnTo>
                    <a:pt x="598639" y="1690902"/>
                  </a:lnTo>
                  <a:lnTo>
                    <a:pt x="638964" y="1661534"/>
                  </a:lnTo>
                  <a:lnTo>
                    <a:pt x="678579" y="1631192"/>
                  </a:lnTo>
                  <a:lnTo>
                    <a:pt x="717467" y="1599888"/>
                  </a:lnTo>
                  <a:lnTo>
                    <a:pt x="755608" y="1567635"/>
                  </a:lnTo>
                  <a:lnTo>
                    <a:pt x="792986" y="1534445"/>
                  </a:lnTo>
                  <a:lnTo>
                    <a:pt x="829582" y="1500329"/>
                  </a:lnTo>
                  <a:lnTo>
                    <a:pt x="865378" y="1465302"/>
                  </a:lnTo>
                  <a:lnTo>
                    <a:pt x="900399" y="1429507"/>
                  </a:lnTo>
                  <a:lnTo>
                    <a:pt x="934508" y="1392912"/>
                  </a:lnTo>
                  <a:lnTo>
                    <a:pt x="967692" y="1355536"/>
                  </a:lnTo>
                  <a:lnTo>
                    <a:pt x="999940" y="1317396"/>
                  </a:lnTo>
                  <a:lnTo>
                    <a:pt x="1031238" y="1278511"/>
                  </a:lnTo>
                  <a:lnTo>
                    <a:pt x="1061575" y="1238898"/>
                  </a:lnTo>
                  <a:lnTo>
                    <a:pt x="1090938" y="1198576"/>
                  </a:lnTo>
                  <a:lnTo>
                    <a:pt x="1119314" y="1157562"/>
                  </a:lnTo>
                  <a:lnTo>
                    <a:pt x="1146692" y="1115876"/>
                  </a:lnTo>
                  <a:lnTo>
                    <a:pt x="1173059" y="1073535"/>
                  </a:lnTo>
                  <a:lnTo>
                    <a:pt x="1198403" y="1030557"/>
                  </a:lnTo>
                  <a:lnTo>
                    <a:pt x="1222711" y="986960"/>
                  </a:lnTo>
                  <a:lnTo>
                    <a:pt x="1245970" y="942763"/>
                  </a:lnTo>
                  <a:lnTo>
                    <a:pt x="1268170" y="897983"/>
                  </a:lnTo>
                  <a:lnTo>
                    <a:pt x="1289296" y="852639"/>
                  </a:lnTo>
                  <a:lnTo>
                    <a:pt x="1309337" y="806749"/>
                  </a:lnTo>
                  <a:lnTo>
                    <a:pt x="1328987" y="758677"/>
                  </a:lnTo>
                  <a:lnTo>
                    <a:pt x="1347397" y="710180"/>
                  </a:lnTo>
                  <a:lnTo>
                    <a:pt x="1364563" y="661281"/>
                  </a:lnTo>
                  <a:lnTo>
                    <a:pt x="1380481" y="612004"/>
                  </a:lnTo>
                  <a:lnTo>
                    <a:pt x="1395145" y="562374"/>
                  </a:lnTo>
                  <a:lnTo>
                    <a:pt x="1408550" y="512414"/>
                  </a:lnTo>
                  <a:lnTo>
                    <a:pt x="1420693" y="462150"/>
                  </a:lnTo>
                  <a:lnTo>
                    <a:pt x="1431568" y="411603"/>
                  </a:lnTo>
                  <a:lnTo>
                    <a:pt x="1441171" y="360800"/>
                  </a:lnTo>
                  <a:lnTo>
                    <a:pt x="1449496" y="309764"/>
                  </a:lnTo>
                  <a:lnTo>
                    <a:pt x="1456540" y="258519"/>
                  </a:lnTo>
                  <a:lnTo>
                    <a:pt x="1462296" y="207089"/>
                  </a:lnTo>
                  <a:lnTo>
                    <a:pt x="1466761" y="155498"/>
                  </a:lnTo>
                  <a:lnTo>
                    <a:pt x="1469930" y="103770"/>
                  </a:lnTo>
                  <a:lnTo>
                    <a:pt x="1471799" y="51930"/>
                  </a:lnTo>
                  <a:lnTo>
                    <a:pt x="1472361" y="0"/>
                  </a:lnTo>
                  <a:close/>
                </a:path>
              </a:pathLst>
            </a:custGeom>
            <a:solidFill>
              <a:srgbClr val="DBE3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17034864" y="0"/>
            <a:ext cx="1253490" cy="1446530"/>
          </a:xfrm>
          <a:custGeom>
            <a:avLst/>
            <a:gdLst/>
            <a:ahLst/>
            <a:cxnLst/>
            <a:rect l="l" t="t" r="r" b="b"/>
            <a:pathLst>
              <a:path w="1253490" h="1446530">
                <a:moveTo>
                  <a:pt x="764602" y="1445940"/>
                </a:moveTo>
                <a:lnTo>
                  <a:pt x="0" y="1445940"/>
                </a:lnTo>
                <a:lnTo>
                  <a:pt x="541" y="1396171"/>
                </a:lnTo>
                <a:lnTo>
                  <a:pt x="2443" y="1341687"/>
                </a:lnTo>
                <a:lnTo>
                  <a:pt x="5624" y="1289718"/>
                </a:lnTo>
                <a:lnTo>
                  <a:pt x="10105" y="1237885"/>
                </a:lnTo>
                <a:lnTo>
                  <a:pt x="15880" y="1186213"/>
                </a:lnTo>
                <a:lnTo>
                  <a:pt x="22945" y="1134727"/>
                </a:lnTo>
                <a:lnTo>
                  <a:pt x="31296" y="1083450"/>
                </a:lnTo>
                <a:lnTo>
                  <a:pt x="40926" y="1032408"/>
                </a:lnTo>
                <a:lnTo>
                  <a:pt x="51831" y="981623"/>
                </a:lnTo>
                <a:lnTo>
                  <a:pt x="64007" y="931122"/>
                </a:lnTo>
                <a:lnTo>
                  <a:pt x="77449" y="880927"/>
                </a:lnTo>
                <a:lnTo>
                  <a:pt x="92151" y="831064"/>
                </a:lnTo>
                <a:lnTo>
                  <a:pt x="108108" y="781556"/>
                </a:lnTo>
                <a:lnTo>
                  <a:pt x="125317" y="732428"/>
                </a:lnTo>
                <a:lnTo>
                  <a:pt x="143772" y="683705"/>
                </a:lnTo>
                <a:lnTo>
                  <a:pt x="163468" y="635411"/>
                </a:lnTo>
                <a:lnTo>
                  <a:pt x="183554" y="589308"/>
                </a:lnTo>
                <a:lnTo>
                  <a:pt x="204727" y="543755"/>
                </a:lnTo>
                <a:lnTo>
                  <a:pt x="226975" y="498768"/>
                </a:lnTo>
                <a:lnTo>
                  <a:pt x="250286" y="454367"/>
                </a:lnTo>
                <a:lnTo>
                  <a:pt x="274647" y="410569"/>
                </a:lnTo>
                <a:lnTo>
                  <a:pt x="300046" y="367394"/>
                </a:lnTo>
                <a:lnTo>
                  <a:pt x="326471" y="324858"/>
                </a:lnTo>
                <a:lnTo>
                  <a:pt x="353910" y="282981"/>
                </a:lnTo>
                <a:lnTo>
                  <a:pt x="382351" y="241781"/>
                </a:lnTo>
                <a:lnTo>
                  <a:pt x="411780" y="201276"/>
                </a:lnTo>
                <a:lnTo>
                  <a:pt x="442186" y="161484"/>
                </a:lnTo>
                <a:lnTo>
                  <a:pt x="473557" y="122423"/>
                </a:lnTo>
                <a:lnTo>
                  <a:pt x="505880" y="84112"/>
                </a:lnTo>
                <a:lnTo>
                  <a:pt x="539142" y="46570"/>
                </a:lnTo>
                <a:lnTo>
                  <a:pt x="573333" y="9814"/>
                </a:lnTo>
                <a:lnTo>
                  <a:pt x="582916" y="0"/>
                </a:lnTo>
                <a:lnTo>
                  <a:pt x="1253135" y="0"/>
                </a:lnTo>
                <a:lnTo>
                  <a:pt x="1253135" y="421899"/>
                </a:lnTo>
                <a:lnTo>
                  <a:pt x="1219193" y="450282"/>
                </a:lnTo>
                <a:lnTo>
                  <a:pt x="1183652" y="482243"/>
                </a:lnTo>
                <a:lnTo>
                  <a:pt x="1149012" y="515725"/>
                </a:lnTo>
                <a:lnTo>
                  <a:pt x="1114476" y="551489"/>
                </a:lnTo>
                <a:lnTo>
                  <a:pt x="1081436" y="588412"/>
                </a:lnTo>
                <a:lnTo>
                  <a:pt x="1049913" y="626446"/>
                </a:lnTo>
                <a:lnTo>
                  <a:pt x="1019925" y="665543"/>
                </a:lnTo>
                <a:lnTo>
                  <a:pt x="991494" y="705654"/>
                </a:lnTo>
                <a:lnTo>
                  <a:pt x="964639" y="746732"/>
                </a:lnTo>
                <a:lnTo>
                  <a:pt x="939380" y="788726"/>
                </a:lnTo>
                <a:lnTo>
                  <a:pt x="915738" y="831591"/>
                </a:lnTo>
                <a:lnTo>
                  <a:pt x="893732" y="875276"/>
                </a:lnTo>
                <a:lnTo>
                  <a:pt x="873383" y="919733"/>
                </a:lnTo>
                <a:lnTo>
                  <a:pt x="854710" y="964915"/>
                </a:lnTo>
                <a:lnTo>
                  <a:pt x="837734" y="1010773"/>
                </a:lnTo>
                <a:lnTo>
                  <a:pt x="822474" y="1057259"/>
                </a:lnTo>
                <a:lnTo>
                  <a:pt x="808951" y="1104324"/>
                </a:lnTo>
                <a:lnTo>
                  <a:pt x="797185" y="1151920"/>
                </a:lnTo>
                <a:lnTo>
                  <a:pt x="787196" y="1199998"/>
                </a:lnTo>
                <a:lnTo>
                  <a:pt x="779003" y="1248511"/>
                </a:lnTo>
                <a:lnTo>
                  <a:pt x="772628" y="1297409"/>
                </a:lnTo>
                <a:lnTo>
                  <a:pt x="768089" y="1346646"/>
                </a:lnTo>
                <a:lnTo>
                  <a:pt x="765407" y="1396171"/>
                </a:lnTo>
                <a:lnTo>
                  <a:pt x="764602" y="1445940"/>
                </a:lnTo>
                <a:close/>
              </a:path>
            </a:pathLst>
          </a:custGeom>
          <a:solidFill>
            <a:srgbClr val="DBE3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0"/>
              <a:t>STUDENT</a:t>
            </a:r>
            <a:r>
              <a:rPr dirty="0" sz="8000" spc="-204"/>
              <a:t> </a:t>
            </a:r>
            <a:r>
              <a:rPr dirty="0" sz="8000" spc="-10"/>
              <a:t>DASHBOARD</a:t>
            </a:r>
            <a:endParaRPr sz="8000"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375" y="2457450"/>
            <a:ext cx="15335250" cy="67913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316" rIns="0" bIns="0" rtlCol="0" vert="horz">
            <a:spAutoFit/>
          </a:bodyPr>
          <a:lstStyle/>
          <a:p>
            <a:pPr marL="1714500">
              <a:lnSpc>
                <a:spcPct val="100000"/>
              </a:lnSpc>
              <a:spcBef>
                <a:spcPts val="130"/>
              </a:spcBef>
            </a:pPr>
            <a:r>
              <a:rPr dirty="0" spc="-595" b="0">
                <a:latin typeface="Arial Black"/>
                <a:cs typeface="Arial Black"/>
              </a:rPr>
              <a:t>STUDENT</a:t>
            </a:r>
            <a:r>
              <a:rPr dirty="0" spc="-640" b="0">
                <a:latin typeface="Arial Black"/>
                <a:cs typeface="Arial Black"/>
              </a:rPr>
              <a:t> </a:t>
            </a:r>
            <a:r>
              <a:rPr dirty="0" spc="-615" b="0">
                <a:latin typeface="Arial Black"/>
                <a:cs typeface="Arial Black"/>
              </a:rPr>
              <a:t>CLASS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0" y="2943225"/>
            <a:ext cx="13477875" cy="62960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9297" rIns="0" bIns="0" rtlCol="0" vert="horz">
            <a:spAutoFit/>
          </a:bodyPr>
          <a:lstStyle/>
          <a:p>
            <a:pPr marL="2083435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dirty="0" spc="-70"/>
              <a:t> </a:t>
            </a:r>
            <a:r>
              <a:rPr dirty="0" spc="-20"/>
              <a:t>WORK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9375" rIns="0" bIns="0" rtlCol="0" vert="horz">
            <a:spAutoFit/>
          </a:bodyPr>
          <a:lstStyle/>
          <a:p>
            <a:pPr marL="520065" indent="-5073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pc="-25"/>
              <a:t>COURSE-</a:t>
            </a:r>
            <a:r>
              <a:rPr dirty="0"/>
              <a:t>WISE</a:t>
            </a:r>
            <a:r>
              <a:rPr dirty="0" spc="-150"/>
              <a:t> </a:t>
            </a:r>
            <a:r>
              <a:rPr dirty="0" spc="-25"/>
              <a:t>PASS</a:t>
            </a:r>
            <a:r>
              <a:rPr dirty="0" spc="-90"/>
              <a:t> </a:t>
            </a:r>
            <a:r>
              <a:rPr dirty="0" spc="-60"/>
              <a:t>FAIL</a:t>
            </a:r>
            <a:r>
              <a:rPr dirty="0" spc="-200"/>
              <a:t> </a:t>
            </a:r>
            <a:r>
              <a:rPr dirty="0"/>
              <a:t>AUTO</a:t>
            </a:r>
            <a:r>
              <a:rPr dirty="0" spc="-100"/>
              <a:t> </a:t>
            </a:r>
            <a:r>
              <a:rPr dirty="0"/>
              <a:t>PDF</a:t>
            </a:r>
            <a:r>
              <a:rPr dirty="0" spc="-110"/>
              <a:t> </a:t>
            </a:r>
            <a:r>
              <a:rPr dirty="0" spc="-10"/>
              <a:t>GENERATE</a:t>
            </a:r>
          </a:p>
          <a:p>
            <a:pPr marL="520065" indent="-5073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pc="-25"/>
              <a:t>TEACHER-</a:t>
            </a:r>
            <a:r>
              <a:rPr dirty="0"/>
              <a:t>WISE</a:t>
            </a:r>
            <a:r>
              <a:rPr dirty="0" spc="-120"/>
              <a:t> </a:t>
            </a:r>
            <a:r>
              <a:rPr dirty="0" spc="-25"/>
              <a:t>PASS</a:t>
            </a:r>
            <a:r>
              <a:rPr dirty="0" spc="-110"/>
              <a:t> </a:t>
            </a:r>
            <a:r>
              <a:rPr dirty="0" spc="-35"/>
              <a:t>FAIL</a:t>
            </a:r>
            <a:r>
              <a:rPr dirty="0" spc="-210"/>
              <a:t> </a:t>
            </a:r>
            <a:r>
              <a:rPr dirty="0" spc="-10"/>
              <a:t>REPORT</a:t>
            </a:r>
          </a:p>
          <a:p>
            <a:pPr marL="520065" indent="-507365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/>
              <a:t>LIVE</a:t>
            </a:r>
            <a:r>
              <a:rPr dirty="0" spc="-85"/>
              <a:t> </a:t>
            </a:r>
            <a:r>
              <a:rPr dirty="0" spc="-30"/>
              <a:t>NOTIFICATIONS</a:t>
            </a:r>
            <a:r>
              <a:rPr dirty="0" spc="-80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 spc="-10"/>
              <a:t>COMMUNICATION</a:t>
            </a:r>
          </a:p>
          <a:p>
            <a:pPr marL="520065" indent="-5073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 spc="-25"/>
              <a:t>CERTIFICATION</a:t>
            </a:r>
            <a:r>
              <a:rPr dirty="0" spc="-160"/>
              <a:t> </a:t>
            </a:r>
            <a:r>
              <a:rPr dirty="0" spc="-10"/>
              <a:t>SYSTEM</a:t>
            </a:r>
          </a:p>
          <a:p>
            <a:pPr marL="520065" indent="-50736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520065" algn="l"/>
              </a:tabLst>
            </a:pPr>
            <a:r>
              <a:rPr dirty="0"/>
              <a:t>SECURITY</a:t>
            </a:r>
            <a:r>
              <a:rPr dirty="0" spc="-155"/>
              <a:t> </a:t>
            </a:r>
            <a:r>
              <a:rPr dirty="0"/>
              <a:t>&amp;</a:t>
            </a:r>
            <a:r>
              <a:rPr dirty="0" spc="-210"/>
              <a:t> </a:t>
            </a:r>
            <a:r>
              <a:rPr dirty="0"/>
              <a:t>AUTH</a:t>
            </a:r>
            <a:r>
              <a:rPr dirty="0" spc="-60"/>
              <a:t> </a:t>
            </a:r>
            <a:r>
              <a:rPr dirty="0"/>
              <a:t>(email</a:t>
            </a:r>
            <a:r>
              <a:rPr dirty="0" spc="-75"/>
              <a:t> </a:t>
            </a:r>
            <a:r>
              <a:rPr dirty="0" spc="-10"/>
              <a:t>verification,password</a:t>
            </a:r>
            <a:r>
              <a:rPr dirty="0" spc="-80"/>
              <a:t> </a:t>
            </a:r>
            <a:r>
              <a:rPr dirty="0" spc="-10"/>
              <a:t>recovery)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8704" y="4025264"/>
            <a:ext cx="8530590" cy="15932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250" spc="-340">
                <a:solidFill>
                  <a:srgbClr val="6AA839"/>
                </a:solidFill>
                <a:latin typeface="Verdana"/>
                <a:cs typeface="Verdana"/>
              </a:rPr>
              <a:t>THANK</a:t>
            </a:r>
            <a:r>
              <a:rPr dirty="0" sz="10250" spc="550">
                <a:solidFill>
                  <a:srgbClr val="6AA839"/>
                </a:solidFill>
                <a:latin typeface="Verdana"/>
                <a:cs typeface="Verdana"/>
              </a:rPr>
              <a:t> </a:t>
            </a:r>
            <a:r>
              <a:rPr dirty="0" sz="10250" spc="-25">
                <a:solidFill>
                  <a:srgbClr val="6AA839"/>
                </a:solidFill>
                <a:latin typeface="Verdana"/>
                <a:cs typeface="Verdana"/>
              </a:rPr>
              <a:t>YOU</a:t>
            </a:r>
            <a:endParaRPr sz="10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2025-11-22T19:25:03Z</dcterms:created>
  <dcterms:modified xsi:type="dcterms:W3CDTF">2025-11-22T19:25:03Z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2025-11-22T00:00:00Z</vt:filetime>
  </property>
  <property fmtid="{D5CDD505-2E9C-101B-9397-08002B2CF9AE}" pid="3" name="LastSaved">
    <vt:filetime>2025-11-22T00:00:00Z</vt:filetime>
  </property>
</Properties>
</file>