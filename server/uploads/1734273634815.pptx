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5328-406F-7CB9-2067-5A0E64440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66820-1E8B-71E6-1A2F-1EBE03120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932F2-CF3B-F83F-0706-5F2E58A5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3952-DC26-B2D2-F975-26A61D8E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4C24-583C-C574-DE00-0C7E69CD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3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5086-D019-8DD3-0D08-E608BA16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C9016-CDB8-5C0F-767E-A636A26CD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805AF-77A5-C0D2-DD71-F53BA6ED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D285-7079-826E-5BB9-7C3B7675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7D48A-312C-119E-C94F-F461839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8E70-08DB-A38A-CF49-C32F3E35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4383C-0D00-BD66-4BB1-7C8E6545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21444-7C43-6DC2-E2E0-620CC9F7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6CF5C-F85A-F86F-5943-B973E4C3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95D2B-9589-D920-F698-1C952652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7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E5BB-6345-B496-957E-C89383A7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091FB-D1AC-509B-E6FF-50B6B8B3F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29554-A48B-6751-D7B5-478950369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98CB4-67EA-CDC7-582E-32B5E76C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66F74-658E-DF3E-46A7-CA04D01B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F8C97-978A-0525-1DBF-6E3FBB82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1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1774-B472-C0D2-F151-8092C27B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91792-7412-435F-F4C7-90E9D3375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B5F0F-E3BD-CC81-C96E-D6E9253CB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0B9B2-AE93-C673-DE1B-50202A87F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13809-BC35-85D9-4F18-93EC6726E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44BB1-2AF7-CDE1-DA73-EE13939E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CDE48-0819-AA49-F85B-6903B04E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D3CC4-08A9-9AF6-792A-7BBD4FC8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5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DA8F-B582-DFD5-2745-5EDC0EA3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100B2-567C-1A0F-899B-0BCD144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E6481-D834-D3E1-DFA8-B6B56389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B4446-4BA6-B5DC-CA04-D97D5AC7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8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C2A5B-36C0-6D4D-9749-EC994803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62D66-8CA0-C7CB-6433-0EDAD67E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DEA-67FB-D229-6A74-803A6842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2BC1-BF64-19A3-589E-DD03B3A5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AF15-15FB-B8E6-D3C8-46ED8B8B7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DB6A2-DCEE-3872-6FA8-70B3AED46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3E046-93FA-77B5-8880-7812CB8F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7E11D-B5BB-B9D6-6058-73906962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C2844-FB58-C50D-C9B6-34F9C795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D839-5310-4070-8B0B-D3A138A7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E5C67-58CD-91B1-A765-6885FBDD8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A4750-021F-DBCE-96AC-240A61848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B489-892D-5203-F896-AAB3E9DB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D5EB5-44DB-6FEA-2667-D87F3903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F056A-DAE9-2361-0462-6DB14777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8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EE43-9284-3D2E-7DC7-BBDC4A02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09E42-1596-C819-4110-8009EEF79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301BD-AE09-0CB1-A341-2DFEF0BA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0A47F-E5B5-FA3C-06A7-12E08739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DE73-83C5-7AF5-07BE-B3F00AB6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1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2030C-70D9-3B1F-DC60-50EEAAFF6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4EE0C-042D-6C21-28EA-D00CFB894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CA5D2-2829-ECA8-F6F6-B66C3362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29A2-E8BC-D12C-B2A8-014EB24D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412AA-26D6-441C-C676-E42A56B2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4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7A25F-D0BD-0969-2238-3754C6DE9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76EA-0279-344F-C246-388241D07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40160-246B-A1F6-AE9C-7B82816FF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E7EAF-9878-4689-838F-80281A16747D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C7871-C6E6-83F9-C1E8-424D277B8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580B-0070-35FF-3DDA-2ADE74E7C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73A9B-FB4B-484D-A410-5A5B42A29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9550-4818-132B-8BFD-7DF797D23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816" y="-508475"/>
            <a:ext cx="10234367" cy="2387600"/>
          </a:xfrm>
        </p:spPr>
        <p:txBody>
          <a:bodyPr/>
          <a:lstStyle/>
          <a:p>
            <a:r>
              <a:rPr lang="en-US" b="1" dirty="0"/>
              <a:t>Website Overview and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DBC7B-CA13-5671-37AE-DC3D935FC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Project Name: Campus Classified Platform</a:t>
            </a:r>
          </a:p>
          <a:p>
            <a:r>
              <a:rPr lang="en-US" dirty="0"/>
              <a:t>An Campus based E-commerce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D9D14-1969-A5BC-B863-B45710D5A2AB}"/>
              </a:ext>
            </a:extLst>
          </p:cNvPr>
          <p:cNvSpPr txBox="1"/>
          <p:nvPr/>
        </p:nvSpPr>
        <p:spPr>
          <a:xfrm>
            <a:off x="7107810" y="4496586"/>
            <a:ext cx="4223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Developed by:</a:t>
            </a:r>
          </a:p>
          <a:p>
            <a:r>
              <a:rPr lang="en-US" sz="2000" dirty="0"/>
              <a:t>Ramjan Khan -200114</a:t>
            </a:r>
          </a:p>
          <a:p>
            <a:r>
              <a:rPr lang="en-US" sz="2000" dirty="0"/>
              <a:t>Ove Shak        -200154</a:t>
            </a:r>
          </a:p>
        </p:txBody>
      </p:sp>
    </p:spTree>
    <p:extLst>
      <p:ext uri="{BB962C8B-B14F-4D97-AF65-F5344CB8AC3E}">
        <p14:creationId xmlns:p14="http://schemas.microsoft.com/office/powerpoint/2010/main" val="240246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DBA3-6013-E4BF-55F2-780752C1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1</a:t>
            </a:r>
          </a:p>
          <a:p>
            <a:pPr marL="0" indent="0" algn="ctr">
              <a:buNone/>
            </a:pPr>
            <a:r>
              <a:rPr lang="en-US" sz="4800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8056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CE29-9A0C-6A59-0216-8809F713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Design: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864D-14AB-D0DE-3615-73EC4E99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Mobile-friendly and optimized for different screen sizes.</a:t>
            </a:r>
          </a:p>
          <a:p>
            <a:r>
              <a:rPr lang="en-US" sz="2400" dirty="0"/>
              <a:t>Easy navigation with a user-centric layout.</a:t>
            </a:r>
          </a:p>
        </p:txBody>
      </p:sp>
    </p:spTree>
    <p:extLst>
      <p:ext uri="{BB962C8B-B14F-4D97-AF65-F5344CB8AC3E}">
        <p14:creationId xmlns:p14="http://schemas.microsoft.com/office/powerpoint/2010/main" val="109938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B39C-3EE5-87E8-9A02-11AFF224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Pages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0CE6BA-0FFE-F86A-9A04-8A23E1D7D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39974"/>
            <a:ext cx="105256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user login with password visibility toggle.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Page: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registration with real-time password confirmation.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Forgot Password: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Email-based password recovery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1285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450E-DABD-CA1A-1271-C3232615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Elements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1D4063-0AB4-5C17-ED60-9CC8853134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0650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Clear forms for user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Functional buttons with appropriate call-to-action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Social media icons for enhanced connectivity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DA528-6993-5F76-FA77-992713809E47}"/>
              </a:ext>
            </a:extLst>
          </p:cNvPr>
          <p:cNvSpPr txBox="1"/>
          <p:nvPr/>
        </p:nvSpPr>
        <p:spPr>
          <a:xfrm>
            <a:off x="838200" y="3687901"/>
            <a:ext cx="10515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Search</a:t>
            </a:r>
            <a:r>
              <a:rPr lang="en-US" sz="4400" dirty="0"/>
              <a:t> </a:t>
            </a:r>
            <a:r>
              <a:rPr lang="en-US" sz="4400" dirty="0">
                <a:latin typeface="+mj-lt"/>
              </a:rPr>
              <a:t>Functionality</a:t>
            </a:r>
          </a:p>
          <a:p>
            <a:endParaRPr lang="en-US" sz="4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Integrated search bar for streamlined content discovery.</a:t>
            </a:r>
            <a:endParaRPr lang="en-US" sz="2400" dirty="0">
              <a:latin typeface="+mj-lt"/>
            </a:endParaRPr>
          </a:p>
          <a:p>
            <a:endParaRPr lang="en-US" sz="4400" dirty="0">
              <a:latin typeface="+mj-lt"/>
            </a:endParaRPr>
          </a:p>
          <a:p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446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1EDC-B4B3-F279-B93D-FB7D48790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400" dirty="0"/>
              <a:t>2</a:t>
            </a:r>
            <a:endParaRPr lang="en-US" dirty="0"/>
          </a:p>
          <a:p>
            <a:pPr marL="0" indent="0" algn="ctr">
              <a:buNone/>
            </a:pPr>
            <a:r>
              <a:rPr lang="en-US" sz="4800" dirty="0"/>
              <a:t>Backend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22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E3D6-8069-51A0-E983-490CB056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062C-42AE-3BAB-CAE7-35E6585F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login, registration, and password reset via OTP.</a:t>
            </a:r>
          </a:p>
          <a:p>
            <a:r>
              <a:rPr lang="en-US" dirty="0"/>
              <a:t>Data validation and encryption for user credentials.</a:t>
            </a:r>
          </a:p>
        </p:txBody>
      </p:sp>
    </p:spTree>
    <p:extLst>
      <p:ext uri="{BB962C8B-B14F-4D97-AF65-F5344CB8AC3E}">
        <p14:creationId xmlns:p14="http://schemas.microsoft.com/office/powerpoint/2010/main" val="154540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1494-DAE1-6263-1AA9-787CCCAA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7D615-DBB6-56B4-FDA8-3AAF87100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data storage with robust database handling.</a:t>
            </a:r>
          </a:p>
          <a:p>
            <a:r>
              <a:rPr lang="en-US" dirty="0"/>
              <a:t>Error handling for seamless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82750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2C10-77E4-B53E-43EF-9F3E2634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3B14A-4388-0C03-875C-932B39E1F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 integration for backend communication with the frontend.</a:t>
            </a:r>
          </a:p>
          <a:p>
            <a:r>
              <a:rPr lang="en-US" dirty="0"/>
              <a:t>Token-based authentication for session management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1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168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Website Overview and Features</vt:lpstr>
      <vt:lpstr>PowerPoint Presentation</vt:lpstr>
      <vt:lpstr>Responsive Design:</vt:lpstr>
      <vt:lpstr>Authentication Pages</vt:lpstr>
      <vt:lpstr>UI Elements</vt:lpstr>
      <vt:lpstr>PowerPoint Presentation</vt:lpstr>
      <vt:lpstr>Authentication System</vt:lpstr>
      <vt:lpstr>Database Integration</vt:lpstr>
      <vt:lpstr>API Endpoints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Ramjan Khan</dc:creator>
  <cp:lastModifiedBy>Ramjan Khan</cp:lastModifiedBy>
  <cp:revision>1</cp:revision>
  <dcterms:created xsi:type="dcterms:W3CDTF">2024-12-07T11:33:13Z</dcterms:created>
  <dcterms:modified xsi:type="dcterms:W3CDTF">2024-12-07T11:38:34Z</dcterms:modified>
</cp:coreProperties>
</file>